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8" r:id="rId8"/>
    <p:sldId id="272" r:id="rId9"/>
    <p:sldId id="273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90844-0223-B398-4698-E93F2C1BDD1E}" v="31" dt="2025-06-10T07:06:35.436"/>
    <p1510:client id="{5CF29AB0-3175-18C5-DC1E-09F1A047990D}" v="98" dt="2025-06-10T06:07:05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ksha Suresh Shelke" userId="S::samiksha.shelke@zensar.com::3b0fb047-e152-44c8-8a88-37bd955cc48b" providerId="AD" clId="Web-{5B113EC7-4BB9-E8DC-F555-E18419AE91AD}"/>
    <pc:docChg chg="modSld">
      <pc:chgData name="Samiksha Suresh Shelke" userId="S::samiksha.shelke@zensar.com::3b0fb047-e152-44c8-8a88-37bd955cc48b" providerId="AD" clId="Web-{5B113EC7-4BB9-E8DC-F555-E18419AE91AD}" dt="2025-06-04T11:17:21.225" v="23" actId="1076"/>
      <pc:docMkLst>
        <pc:docMk/>
      </pc:docMkLst>
      <pc:sldChg chg="addSp delSp modSp">
        <pc:chgData name="Samiksha Suresh Shelke" userId="S::samiksha.shelke@zensar.com::3b0fb047-e152-44c8-8a88-37bd955cc48b" providerId="AD" clId="Web-{5B113EC7-4BB9-E8DC-F555-E18419AE91AD}" dt="2025-06-04T11:17:21.225" v="23" actId="1076"/>
        <pc:sldMkLst>
          <pc:docMk/>
          <pc:sldMk cId="1880620328" sldId="261"/>
        </pc:sldMkLst>
        <pc:picChg chg="add mod">
          <ac:chgData name="Samiksha Suresh Shelke" userId="S::samiksha.shelke@zensar.com::3b0fb047-e152-44c8-8a88-37bd955cc48b" providerId="AD" clId="Web-{5B113EC7-4BB9-E8DC-F555-E18419AE91AD}" dt="2025-06-04T11:16:45.958" v="18" actId="1076"/>
          <ac:picMkLst>
            <pc:docMk/>
            <pc:sldMk cId="1880620328" sldId="261"/>
            <ac:picMk id="3" creationId="{E59DEEAD-A963-F5F8-5B54-2F338A50C028}"/>
          </ac:picMkLst>
        </pc:picChg>
        <pc:picChg chg="mod">
          <ac:chgData name="Samiksha Suresh Shelke" userId="S::samiksha.shelke@zensar.com::3b0fb047-e152-44c8-8a88-37bd955cc48b" providerId="AD" clId="Web-{5B113EC7-4BB9-E8DC-F555-E18419AE91AD}" dt="2025-06-04T10:48:41.051" v="8" actId="1076"/>
          <ac:picMkLst>
            <pc:docMk/>
            <pc:sldMk cId="1880620328" sldId="261"/>
            <ac:picMk id="4" creationId="{9A7AE740-F366-98BF-3F54-D9203AF6F3DD}"/>
          </ac:picMkLst>
        </pc:picChg>
        <pc:picChg chg="add del mod">
          <ac:chgData name="Samiksha Suresh Shelke" userId="S::samiksha.shelke@zensar.com::3b0fb047-e152-44c8-8a88-37bd955cc48b" providerId="AD" clId="Web-{5B113EC7-4BB9-E8DC-F555-E18419AE91AD}" dt="2025-06-04T11:16:13.708" v="11"/>
          <ac:picMkLst>
            <pc:docMk/>
            <pc:sldMk cId="1880620328" sldId="261"/>
            <ac:picMk id="5" creationId="{4B9D337C-5C5F-35DA-782A-982D0BB8C62F}"/>
          </ac:picMkLst>
        </pc:picChg>
        <pc:picChg chg="add mod">
          <ac:chgData name="Samiksha Suresh Shelke" userId="S::samiksha.shelke@zensar.com::3b0fb047-e152-44c8-8a88-37bd955cc48b" providerId="AD" clId="Web-{5B113EC7-4BB9-E8DC-F555-E18419AE91AD}" dt="2025-06-04T11:17:21.225" v="23" actId="1076"/>
          <ac:picMkLst>
            <pc:docMk/>
            <pc:sldMk cId="1880620328" sldId="261"/>
            <ac:picMk id="6" creationId="{291F01A8-7A18-EDCF-9EAE-36C09AE32496}"/>
          </ac:picMkLst>
        </pc:picChg>
      </pc:sldChg>
    </pc:docChg>
  </pc:docChgLst>
  <pc:docChgLst>
    <pc:chgData name="Samiksha Suresh Shelke" userId="S::samiksha.shelke@zensar.com::3b0fb047-e152-44c8-8a88-37bd955cc48b" providerId="AD" clId="Web-{ED432998-E465-8CA4-5777-F6FA08D9605D}"/>
    <pc:docChg chg="addSld delSld modSld sldOrd">
      <pc:chgData name="Samiksha Suresh Shelke" userId="S::samiksha.shelke@zensar.com::3b0fb047-e152-44c8-8a88-37bd955cc48b" providerId="AD" clId="Web-{ED432998-E465-8CA4-5777-F6FA08D9605D}" dt="2025-06-06T06:57:38.354" v="528" actId="1076"/>
      <pc:docMkLst>
        <pc:docMk/>
      </pc:docMkLst>
      <pc:sldChg chg="addSp delSp modSp">
        <pc:chgData name="Samiksha Suresh Shelke" userId="S::samiksha.shelke@zensar.com::3b0fb047-e152-44c8-8a88-37bd955cc48b" providerId="AD" clId="Web-{ED432998-E465-8CA4-5777-F6FA08D9605D}" dt="2025-06-06T06:57:38.354" v="528" actId="1076"/>
        <pc:sldMkLst>
          <pc:docMk/>
          <pc:sldMk cId="692152970" sldId="260"/>
        </pc:sldMkLst>
        <pc:spChg chg="add del mod">
          <ac:chgData name="Samiksha Suresh Shelke" userId="S::samiksha.shelke@zensar.com::3b0fb047-e152-44c8-8a88-37bd955cc48b" providerId="AD" clId="Web-{ED432998-E465-8CA4-5777-F6FA08D9605D}" dt="2025-06-06T05:42:12.064" v="324"/>
          <ac:spMkLst>
            <pc:docMk/>
            <pc:sldMk cId="692152970" sldId="260"/>
            <ac:spMk id="3" creationId="{384C4AC0-492E-E4DF-8DB7-86B436901C2D}"/>
          </ac:spMkLst>
        </pc:spChg>
        <pc:spChg chg="add del mod">
          <ac:chgData name="Samiksha Suresh Shelke" userId="S::samiksha.shelke@zensar.com::3b0fb047-e152-44c8-8a88-37bd955cc48b" providerId="AD" clId="Web-{ED432998-E465-8CA4-5777-F6FA08D9605D}" dt="2025-06-06T06:57:01.993" v="526"/>
          <ac:spMkLst>
            <pc:docMk/>
            <pc:sldMk cId="692152970" sldId="260"/>
            <ac:spMk id="8" creationId="{2C462409-2444-B7B5-CEBF-78353DB08B69}"/>
          </ac:spMkLst>
        </pc:spChg>
        <pc:spChg chg="mod">
          <ac:chgData name="Samiksha Suresh Shelke" userId="S::samiksha.shelke@zensar.com::3b0fb047-e152-44c8-8a88-37bd955cc48b" providerId="AD" clId="Web-{ED432998-E465-8CA4-5777-F6FA08D9605D}" dt="2025-06-06T06:51:09.950" v="463" actId="1076"/>
          <ac:spMkLst>
            <pc:docMk/>
            <pc:sldMk cId="692152970" sldId="260"/>
            <ac:spMk id="9" creationId="{1DDFF69E-7758-69DE-E37F-7CFEC8D5CFAC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6:51:09.981" v="464" actId="1076"/>
          <ac:spMkLst>
            <pc:docMk/>
            <pc:sldMk cId="692152970" sldId="260"/>
            <ac:spMk id="10" creationId="{C7C1539B-AC35-BBDF-7761-3CA62040AFA5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6:51:25.888" v="467" actId="1076"/>
          <ac:spMkLst>
            <pc:docMk/>
            <pc:sldMk cId="692152970" sldId="260"/>
            <ac:spMk id="11" creationId="{B48A590F-BF13-0D28-FE07-4D1E2BF9CCD9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6:51:38.638" v="470" actId="1076"/>
          <ac:spMkLst>
            <pc:docMk/>
            <pc:sldMk cId="692152970" sldId="260"/>
            <ac:spMk id="12" creationId="{72E56B99-3ED6-B51E-EB89-C2735054B204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6:51:38.607" v="469" actId="1076"/>
          <ac:spMkLst>
            <pc:docMk/>
            <pc:sldMk cId="692152970" sldId="260"/>
            <ac:spMk id="13" creationId="{880630D2-6E80-9139-4A52-7FE7D1D49DCA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6:57:38.354" v="528" actId="1076"/>
          <ac:spMkLst>
            <pc:docMk/>
            <pc:sldMk cId="692152970" sldId="260"/>
            <ac:spMk id="14" creationId="{D36A1B39-B103-D97B-BC72-48ED22B9383B}"/>
          </ac:spMkLst>
        </pc:spChg>
        <pc:picChg chg="mod">
          <ac:chgData name="Samiksha Suresh Shelke" userId="S::samiksha.shelke@zensar.com::3b0fb047-e152-44c8-8a88-37bd955cc48b" providerId="AD" clId="Web-{ED432998-E465-8CA4-5777-F6FA08D9605D}" dt="2025-06-06T06:51:14.794" v="465" actId="1076"/>
          <ac:picMkLst>
            <pc:docMk/>
            <pc:sldMk cId="692152970" sldId="260"/>
            <ac:picMk id="4" creationId="{4CD5B7F9-7880-0E42-D8BC-520AC7CC7C24}"/>
          </ac:picMkLst>
        </pc:picChg>
        <pc:picChg chg="mod">
          <ac:chgData name="Samiksha Suresh Shelke" userId="S::samiksha.shelke@zensar.com::3b0fb047-e152-44c8-8a88-37bd955cc48b" providerId="AD" clId="Web-{ED432998-E465-8CA4-5777-F6FA08D9605D}" dt="2025-06-06T06:51:25.966" v="468" actId="1076"/>
          <ac:picMkLst>
            <pc:docMk/>
            <pc:sldMk cId="692152970" sldId="260"/>
            <ac:picMk id="5" creationId="{A30CCE60-9629-CEF4-E082-BF01FDFF8732}"/>
          </ac:picMkLst>
        </pc:picChg>
        <pc:picChg chg="mod">
          <ac:chgData name="Samiksha Suresh Shelke" userId="S::samiksha.shelke@zensar.com::3b0fb047-e152-44c8-8a88-37bd955cc48b" providerId="AD" clId="Web-{ED432998-E465-8CA4-5777-F6FA08D9605D}" dt="2025-06-06T06:51:53.264" v="471" actId="1076"/>
          <ac:picMkLst>
            <pc:docMk/>
            <pc:sldMk cId="692152970" sldId="260"/>
            <ac:picMk id="6" creationId="{FFC667C1-C133-EBD9-7DB7-82451F64AEB7}"/>
          </ac:picMkLst>
        </pc:picChg>
      </pc:sldChg>
      <pc:sldChg chg="addSp delSp modSp">
        <pc:chgData name="Samiksha Suresh Shelke" userId="S::samiksha.shelke@zensar.com::3b0fb047-e152-44c8-8a88-37bd955cc48b" providerId="AD" clId="Web-{ED432998-E465-8CA4-5777-F6FA08D9605D}" dt="2025-06-06T06:54:24.769" v="522" actId="1076"/>
        <pc:sldMkLst>
          <pc:docMk/>
          <pc:sldMk cId="1880620328" sldId="261"/>
        </pc:sldMkLst>
        <pc:spChg chg="add mod">
          <ac:chgData name="Samiksha Suresh Shelke" userId="S::samiksha.shelke@zensar.com::3b0fb047-e152-44c8-8a88-37bd955cc48b" providerId="AD" clId="Web-{ED432998-E465-8CA4-5777-F6FA08D9605D}" dt="2025-06-06T06:52:26.593" v="478" actId="1076"/>
          <ac:spMkLst>
            <pc:docMk/>
            <pc:sldMk cId="1880620328" sldId="261"/>
            <ac:spMk id="5" creationId="{9433B13C-2813-1A01-37F2-2FA83C28EA2E}"/>
          </ac:spMkLst>
        </pc:spChg>
        <pc:spChg chg="add del mod">
          <ac:chgData name="Samiksha Suresh Shelke" userId="S::samiksha.shelke@zensar.com::3b0fb047-e152-44c8-8a88-37bd955cc48b" providerId="AD" clId="Web-{ED432998-E465-8CA4-5777-F6FA08D9605D}" dt="2025-06-06T06:51:01.778" v="462"/>
          <ac:spMkLst>
            <pc:docMk/>
            <pc:sldMk cId="1880620328" sldId="261"/>
            <ac:spMk id="7" creationId="{057D0ACB-431A-587A-FDB2-409BA3084FF6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6:52:20.624" v="477" actId="1076"/>
          <ac:spMkLst>
            <pc:docMk/>
            <pc:sldMk cId="1880620328" sldId="261"/>
            <ac:spMk id="8" creationId="{089B7013-194B-0EBD-5974-DB0687E29C0E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6:54:24.769" v="522" actId="1076"/>
          <ac:spMkLst>
            <pc:docMk/>
            <pc:sldMk cId="1880620328" sldId="261"/>
            <ac:spMk id="9" creationId="{FD5390C2-7E80-F144-1375-7F4673C477DD}"/>
          </ac:spMkLst>
        </pc:spChg>
        <pc:spChg chg="add del mod">
          <ac:chgData name="Samiksha Suresh Shelke" userId="S::samiksha.shelke@zensar.com::3b0fb047-e152-44c8-8a88-37bd955cc48b" providerId="AD" clId="Web-{ED432998-E465-8CA4-5777-F6FA08D9605D}" dt="2025-06-06T06:53:29.048" v="500"/>
          <ac:spMkLst>
            <pc:docMk/>
            <pc:sldMk cId="1880620328" sldId="261"/>
            <ac:spMk id="10" creationId="{A18772E7-EC53-A2FF-CEF7-4D41CDC77073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6:54:05.050" v="521" actId="14100"/>
          <ac:spMkLst>
            <pc:docMk/>
            <pc:sldMk cId="1880620328" sldId="261"/>
            <ac:spMk id="11" creationId="{E61729A6-9E83-5C06-D3BA-DBFD350945C8}"/>
          </ac:spMkLst>
        </pc:spChg>
      </pc:sldChg>
      <pc:sldChg chg="modSp">
        <pc:chgData name="Samiksha Suresh Shelke" userId="S::samiksha.shelke@zensar.com::3b0fb047-e152-44c8-8a88-37bd955cc48b" providerId="AD" clId="Web-{ED432998-E465-8CA4-5777-F6FA08D9605D}" dt="2025-06-06T05:28:04.623" v="187" actId="20577"/>
        <pc:sldMkLst>
          <pc:docMk/>
          <pc:sldMk cId="2690372001" sldId="265"/>
        </pc:sldMkLst>
        <pc:spChg chg="mod">
          <ac:chgData name="Samiksha Suresh Shelke" userId="S::samiksha.shelke@zensar.com::3b0fb047-e152-44c8-8a88-37bd955cc48b" providerId="AD" clId="Web-{ED432998-E465-8CA4-5777-F6FA08D9605D}" dt="2025-06-06T05:28:04.623" v="187" actId="20577"/>
          <ac:spMkLst>
            <pc:docMk/>
            <pc:sldMk cId="2690372001" sldId="265"/>
            <ac:spMk id="2" creationId="{635FC0A9-49DE-879C-BC09-615D2E7DFF12}"/>
          </ac:spMkLst>
        </pc:spChg>
        <pc:spChg chg="mod">
          <ac:chgData name="Samiksha Suresh Shelke" userId="S::samiksha.shelke@zensar.com::3b0fb047-e152-44c8-8a88-37bd955cc48b" providerId="AD" clId="Web-{ED432998-E465-8CA4-5777-F6FA08D9605D}" dt="2025-06-06T05:26:15.290" v="175" actId="20577"/>
          <ac:spMkLst>
            <pc:docMk/>
            <pc:sldMk cId="2690372001" sldId="265"/>
            <ac:spMk id="6" creationId="{41B0D7A4-3EA9-3C19-06B3-4959F92825D6}"/>
          </ac:spMkLst>
        </pc:spChg>
      </pc:sldChg>
      <pc:sldChg chg="addSp delSp modSp del">
        <pc:chgData name="Samiksha Suresh Shelke" userId="S::samiksha.shelke@zensar.com::3b0fb047-e152-44c8-8a88-37bd955cc48b" providerId="AD" clId="Web-{ED432998-E465-8CA4-5777-F6FA08D9605D}" dt="2025-06-06T05:41:42.610" v="319"/>
        <pc:sldMkLst>
          <pc:docMk/>
          <pc:sldMk cId="2825095502" sldId="267"/>
        </pc:sldMkLst>
        <pc:spChg chg="mod">
          <ac:chgData name="Samiksha Suresh Shelke" userId="S::samiksha.shelke@zensar.com::3b0fb047-e152-44c8-8a88-37bd955cc48b" providerId="AD" clId="Web-{ED432998-E465-8CA4-5777-F6FA08D9605D}" dt="2025-06-06T05:33:19.479" v="206"/>
          <ac:spMkLst>
            <pc:docMk/>
            <pc:sldMk cId="2825095502" sldId="267"/>
            <ac:spMk id="2" creationId="{56F3335C-F004-8A14-C18E-4900063C1F6B}"/>
          </ac:spMkLst>
        </pc:spChg>
        <pc:spChg chg="add del mod">
          <ac:chgData name="Samiksha Suresh Shelke" userId="S::samiksha.shelke@zensar.com::3b0fb047-e152-44c8-8a88-37bd955cc48b" providerId="AD" clId="Web-{ED432998-E465-8CA4-5777-F6FA08D9605D}" dt="2025-06-06T05:24:30.427" v="167"/>
          <ac:spMkLst>
            <pc:docMk/>
            <pc:sldMk cId="2825095502" sldId="267"/>
            <ac:spMk id="3" creationId="{5C6BC7D7-62EF-7C32-7440-EABBD6B3A9A7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55" v="169"/>
          <ac:spMkLst>
            <pc:docMk/>
            <pc:sldMk cId="2825095502" sldId="267"/>
            <ac:spMk id="14" creationId="{4300840D-0A0B-4512-BACA-B439D5B9C57C}"/>
          </ac:spMkLst>
        </pc:spChg>
        <pc:spChg chg="mod">
          <ac:chgData name="Samiksha Suresh Shelke" userId="S::samiksha.shelke@zensar.com::3b0fb047-e152-44c8-8a88-37bd955cc48b" providerId="AD" clId="Web-{ED432998-E465-8CA4-5777-F6FA08D9605D}" dt="2025-06-06T05:22:03.780" v="25" actId="20577"/>
          <ac:spMkLst>
            <pc:docMk/>
            <pc:sldMk cId="2825095502" sldId="267"/>
            <ac:spMk id="15" creationId="{09588DA8-065E-4F6F-8EFD-43104AB2E0CF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70" v="170"/>
          <ac:spMkLst>
            <pc:docMk/>
            <pc:sldMk cId="2825095502" sldId="267"/>
            <ac:spMk id="16" creationId="{D2B78728-A580-49A7-84F9-6EF6F583ADE0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70" v="170"/>
          <ac:spMkLst>
            <pc:docMk/>
            <pc:sldMk cId="2825095502" sldId="267"/>
            <ac:spMk id="17" creationId="{C4285719-470E-454C-AF62-8323075F1F5B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70" v="170"/>
          <ac:spMkLst>
            <pc:docMk/>
            <pc:sldMk cId="2825095502" sldId="267"/>
            <ac:spMk id="18" creationId="{38FAA1A1-D861-433F-88FA-1E9D6FD31D11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70" v="170"/>
          <ac:spMkLst>
            <pc:docMk/>
            <pc:sldMk cId="2825095502" sldId="267"/>
            <ac:spMk id="19" creationId="{CD9FE4EF-C4D8-49A0-B2FF-81D8DB7D8A24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70" v="170"/>
          <ac:spMkLst>
            <pc:docMk/>
            <pc:sldMk cId="2825095502" sldId="267"/>
            <ac:spMk id="20" creationId="{8D71EDA1-87BF-4D5D-AB79-F346FD19278A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33:19.479" v="206"/>
          <ac:spMkLst>
            <pc:docMk/>
            <pc:sldMk cId="2825095502" sldId="267"/>
            <ac:spMk id="25" creationId="{DAF1966E-FD40-4A4A-B61B-C4DF7FA05F06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33:19.479" v="206"/>
          <ac:spMkLst>
            <pc:docMk/>
            <pc:sldMk cId="2825095502" sldId="267"/>
            <ac:spMk id="27" creationId="{047BFA19-D45E-416B-A404-7AF2F3F27017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4:30.427" v="167"/>
          <ac:spMkLst>
            <pc:docMk/>
            <pc:sldMk cId="2825095502" sldId="267"/>
            <ac:spMk id="28" creationId="{F68B3F68-107C-434F-AA38-110D5EA91B85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33:19.479" v="206"/>
          <ac:spMkLst>
            <pc:docMk/>
            <pc:sldMk cId="2825095502" sldId="267"/>
            <ac:spMk id="29" creationId="{8E0105E7-23DB-4CF2-8258-FF47C7620F6E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4:30.427" v="167"/>
          <ac:spMkLst>
            <pc:docMk/>
            <pc:sldMk cId="2825095502" sldId="267"/>
            <ac:spMk id="30" creationId="{AAD0DBB9-1A4B-4391-81D4-CB19F9AB918A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33:19.479" v="206"/>
          <ac:spMkLst>
            <pc:docMk/>
            <pc:sldMk cId="2825095502" sldId="267"/>
            <ac:spMk id="31" creationId="{074B4F7D-14B2-478B-8BF5-01E4E0C5D263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55" v="169"/>
          <ac:spMkLst>
            <pc:docMk/>
            <pc:sldMk cId="2825095502" sldId="267"/>
            <ac:spMk id="34" creationId="{7517A47C-B2E5-4B79-8061-D74B1311AF6E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55" v="169"/>
          <ac:spMkLst>
            <pc:docMk/>
            <pc:sldMk cId="2825095502" sldId="267"/>
            <ac:spMk id="36" creationId="{D2C0AE1C-0118-41AE-8A10-7CDCBF10E96F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5:38.555" v="169"/>
          <ac:spMkLst>
            <pc:docMk/>
            <pc:sldMk cId="2825095502" sldId="267"/>
            <ac:spMk id="37" creationId="{463EEC44-1BA3-44ED-81FC-A644B04B2A44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33:19.479" v="206"/>
          <ac:spMkLst>
            <pc:docMk/>
            <pc:sldMk cId="2825095502" sldId="267"/>
            <ac:spMk id="40" creationId="{5C6BC7D7-62EF-7C32-7440-EABBD6B3A9A7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33:19.479" v="206"/>
          <ac:spMkLst>
            <pc:docMk/>
            <pc:sldMk cId="2825095502" sldId="267"/>
            <ac:spMk id="43" creationId="{951922D2-D397-9EA4-A66D-55B0884D1A6A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7:57.388" v="183"/>
          <ac:spMkLst>
            <pc:docMk/>
            <pc:sldMk cId="2825095502" sldId="267"/>
            <ac:spMk id="45" creationId="{604B8143-3907-5396-F19C-4EDBFE8DED3F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7:23.918" v="179"/>
          <ac:spMkLst>
            <pc:docMk/>
            <pc:sldMk cId="2825095502" sldId="267"/>
            <ac:spMk id="46" creationId="{715B9334-3E03-4CA7-3616-4D3C9DC2C7DE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7:43.950" v="181"/>
          <ac:spMkLst>
            <pc:docMk/>
            <pc:sldMk cId="2825095502" sldId="267"/>
            <ac:spMk id="48" creationId="{353CF00F-82D0-0DBA-75D5-1D01B4526C68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27:57.388" v="183"/>
          <ac:spMkLst>
            <pc:docMk/>
            <pc:sldMk cId="2825095502" sldId="267"/>
            <ac:spMk id="51" creationId="{5C6BC7D7-62EF-7C32-7440-EABBD6B3A9A7}"/>
          </ac:spMkLst>
        </pc:spChg>
        <pc:graphicFrameChg chg="add del">
          <ac:chgData name="Samiksha Suresh Shelke" userId="S::samiksha.shelke@zensar.com::3b0fb047-e152-44c8-8a88-37bd955cc48b" providerId="AD" clId="Web-{ED432998-E465-8CA4-5777-F6FA08D9605D}" dt="2025-06-06T05:27:23.918" v="179"/>
          <ac:graphicFrameMkLst>
            <pc:docMk/>
            <pc:sldMk cId="2825095502" sldId="267"/>
            <ac:graphicFrameMk id="42" creationId="{C3F972AA-0BC6-7DDF-C879-0FC93A451104}"/>
          </ac:graphicFrameMkLst>
        </pc:graphicFrameChg>
        <pc:graphicFrameChg chg="add del">
          <ac:chgData name="Samiksha Suresh Shelke" userId="S::samiksha.shelke@zensar.com::3b0fb047-e152-44c8-8a88-37bd955cc48b" providerId="AD" clId="Web-{ED432998-E465-8CA4-5777-F6FA08D9605D}" dt="2025-06-06T05:33:19.479" v="206"/>
          <ac:graphicFrameMkLst>
            <pc:docMk/>
            <pc:sldMk cId="2825095502" sldId="267"/>
            <ac:graphicFrameMk id="44" creationId="{3848FEC8-DA2C-4D9E-AB3C-08465D9D539B}"/>
          </ac:graphicFrameMkLst>
        </pc:graphicFrameChg>
        <pc:graphicFrameChg chg="add del">
          <ac:chgData name="Samiksha Suresh Shelke" userId="S::samiksha.shelke@zensar.com::3b0fb047-e152-44c8-8a88-37bd955cc48b" providerId="AD" clId="Web-{ED432998-E465-8CA4-5777-F6FA08D9605D}" dt="2025-06-06T05:27:43.950" v="181"/>
          <ac:graphicFrameMkLst>
            <pc:docMk/>
            <pc:sldMk cId="2825095502" sldId="267"/>
            <ac:graphicFrameMk id="49" creationId="{E45A77DF-6521-88F6-6E40-02ABEC1D58C7}"/>
          </ac:graphicFrameMkLst>
        </pc:graphicFrameChg>
      </pc:sldChg>
      <pc:sldChg chg="ord">
        <pc:chgData name="Samiksha Suresh Shelke" userId="S::samiksha.shelke@zensar.com::3b0fb047-e152-44c8-8a88-37bd955cc48b" providerId="AD" clId="Web-{ED432998-E465-8CA4-5777-F6FA08D9605D}" dt="2025-06-06T05:04:09.889" v="0"/>
        <pc:sldMkLst>
          <pc:docMk/>
          <pc:sldMk cId="1883204722" sldId="268"/>
        </pc:sldMkLst>
      </pc:sldChg>
      <pc:sldChg chg="addSp delSp modSp new del mod setBg">
        <pc:chgData name="Samiksha Suresh Shelke" userId="S::samiksha.shelke@zensar.com::3b0fb047-e152-44c8-8a88-37bd955cc48b" providerId="AD" clId="Web-{ED432998-E465-8CA4-5777-F6FA08D9605D}" dt="2025-06-06T05:41:44.797" v="320"/>
        <pc:sldMkLst>
          <pc:docMk/>
          <pc:sldMk cId="3781050561" sldId="269"/>
        </pc:sldMkLst>
        <pc:spChg chg="mod">
          <ac:chgData name="Samiksha Suresh Shelke" userId="S::samiksha.shelke@zensar.com::3b0fb047-e152-44c8-8a88-37bd955cc48b" providerId="AD" clId="Web-{ED432998-E465-8CA4-5777-F6FA08D9605D}" dt="2025-06-06T05:31:43.929" v="204"/>
          <ac:spMkLst>
            <pc:docMk/>
            <pc:sldMk cId="3781050561" sldId="269"/>
            <ac:spMk id="2" creationId="{8C37C16D-9208-F890-8B6F-C1994AA1936B}"/>
          </ac:spMkLst>
        </pc:spChg>
        <pc:spChg chg="add del mod">
          <ac:chgData name="Samiksha Suresh Shelke" userId="S::samiksha.shelke@zensar.com::3b0fb047-e152-44c8-8a88-37bd955cc48b" providerId="AD" clId="Web-{ED432998-E465-8CA4-5777-F6FA08D9605D}" dt="2025-06-06T05:31:43.929" v="204"/>
          <ac:spMkLst>
            <pc:docMk/>
            <pc:sldMk cId="3781050561" sldId="269"/>
            <ac:spMk id="3" creationId="{32649010-92F4-CF7F-E775-4B929ED7DE5E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30:15.550" v="201"/>
          <ac:spMkLst>
            <pc:docMk/>
            <pc:sldMk cId="3781050561" sldId="269"/>
            <ac:spMk id="9" creationId="{353CF00F-82D0-0DBA-75D5-1D01B4526C68}"/>
          </ac:spMkLst>
        </pc:spChg>
        <pc:spChg chg="add">
          <ac:chgData name="Samiksha Suresh Shelke" userId="S::samiksha.shelke@zensar.com::3b0fb047-e152-44c8-8a88-37bd955cc48b" providerId="AD" clId="Web-{ED432998-E465-8CA4-5777-F6FA08D9605D}" dt="2025-06-06T05:31:43.929" v="204"/>
          <ac:spMkLst>
            <pc:docMk/>
            <pc:sldMk cId="3781050561" sldId="269"/>
            <ac:spMk id="10" creationId="{37B65277-82C6-6D08-6DCA-4A7DCC3B7136}"/>
          </ac:spMkLst>
        </pc:spChg>
        <pc:spChg chg="add del">
          <ac:chgData name="Samiksha Suresh Shelke" userId="S::samiksha.shelke@zensar.com::3b0fb047-e152-44c8-8a88-37bd955cc48b" providerId="AD" clId="Web-{ED432998-E465-8CA4-5777-F6FA08D9605D}" dt="2025-06-06T05:31:43.913" v="203"/>
          <ac:spMkLst>
            <pc:docMk/>
            <pc:sldMk cId="3781050561" sldId="269"/>
            <ac:spMk id="11" creationId="{01A22726-DA03-BCB0-F12E-98258FB7E5C0}"/>
          </ac:spMkLst>
        </pc:spChg>
        <pc:spChg chg="add">
          <ac:chgData name="Samiksha Suresh Shelke" userId="S::samiksha.shelke@zensar.com::3b0fb047-e152-44c8-8a88-37bd955cc48b" providerId="AD" clId="Web-{ED432998-E465-8CA4-5777-F6FA08D9605D}" dt="2025-06-06T05:31:43.929" v="204"/>
          <ac:spMkLst>
            <pc:docMk/>
            <pc:sldMk cId="3781050561" sldId="269"/>
            <ac:spMk id="14" creationId="{32649010-92F4-CF7F-E775-4B929ED7DE5E}"/>
          </ac:spMkLst>
        </pc:spChg>
        <pc:graphicFrameChg chg="add del">
          <ac:chgData name="Samiksha Suresh Shelke" userId="S::samiksha.shelke@zensar.com::3b0fb047-e152-44c8-8a88-37bd955cc48b" providerId="AD" clId="Web-{ED432998-E465-8CA4-5777-F6FA08D9605D}" dt="2025-06-06T05:30:15.550" v="201"/>
          <ac:graphicFrameMkLst>
            <pc:docMk/>
            <pc:sldMk cId="3781050561" sldId="269"/>
            <ac:graphicFrameMk id="5" creationId="{11F2828B-78D7-3F55-7957-2434990E0603}"/>
          </ac:graphicFrameMkLst>
        </pc:graphicFrameChg>
        <pc:graphicFrameChg chg="add del">
          <ac:chgData name="Samiksha Suresh Shelke" userId="S::samiksha.shelke@zensar.com::3b0fb047-e152-44c8-8a88-37bd955cc48b" providerId="AD" clId="Web-{ED432998-E465-8CA4-5777-F6FA08D9605D}" dt="2025-06-06T05:31:43.913" v="203"/>
          <ac:graphicFrameMkLst>
            <pc:docMk/>
            <pc:sldMk cId="3781050561" sldId="269"/>
            <ac:graphicFrameMk id="12" creationId="{45F051FB-F2CF-033A-8B7A-EA298EE3E0CA}"/>
          </ac:graphicFrameMkLst>
        </pc:graphicFrameChg>
        <pc:picChg chg="add">
          <ac:chgData name="Samiksha Suresh Shelke" userId="S::samiksha.shelke@zensar.com::3b0fb047-e152-44c8-8a88-37bd955cc48b" providerId="AD" clId="Web-{ED432998-E465-8CA4-5777-F6FA08D9605D}" dt="2025-06-06T05:31:43.929" v="204"/>
          <ac:picMkLst>
            <pc:docMk/>
            <pc:sldMk cId="3781050561" sldId="269"/>
            <ac:picMk id="7" creationId="{837C2D09-CE2C-AF48-2717-1832E2339613}"/>
          </ac:picMkLst>
        </pc:picChg>
      </pc:sldChg>
      <pc:sldChg chg="modSp new del">
        <pc:chgData name="Samiksha Suresh Shelke" userId="S::samiksha.shelke@zensar.com::3b0fb047-e152-44c8-8a88-37bd955cc48b" providerId="AD" clId="Web-{ED432998-E465-8CA4-5777-F6FA08D9605D}" dt="2025-06-06T05:39:00.494" v="274"/>
        <pc:sldMkLst>
          <pc:docMk/>
          <pc:sldMk cId="4114015987" sldId="270"/>
        </pc:sldMkLst>
        <pc:spChg chg="mod">
          <ac:chgData name="Samiksha Suresh Shelke" userId="S::samiksha.shelke@zensar.com::3b0fb047-e152-44c8-8a88-37bd955cc48b" providerId="AD" clId="Web-{ED432998-E465-8CA4-5777-F6FA08D9605D}" dt="2025-06-06T05:29:20.204" v="194" actId="20577"/>
          <ac:spMkLst>
            <pc:docMk/>
            <pc:sldMk cId="4114015987" sldId="270"/>
            <ac:spMk id="2" creationId="{43A65421-687C-34B8-EFF7-DC0A29314FFE}"/>
          </ac:spMkLst>
        </pc:spChg>
      </pc:sldChg>
      <pc:sldChg chg="new del">
        <pc:chgData name="Samiksha Suresh Shelke" userId="S::samiksha.shelke@zensar.com::3b0fb047-e152-44c8-8a88-37bd955cc48b" providerId="AD" clId="Web-{ED432998-E465-8CA4-5777-F6FA08D9605D}" dt="2025-06-06T05:38:58.462" v="273"/>
        <pc:sldMkLst>
          <pc:docMk/>
          <pc:sldMk cId="176305778" sldId="271"/>
        </pc:sldMkLst>
      </pc:sldChg>
      <pc:sldChg chg="addSp delSp modSp add replId">
        <pc:chgData name="Samiksha Suresh Shelke" userId="S::samiksha.shelke@zensar.com::3b0fb047-e152-44c8-8a88-37bd955cc48b" providerId="AD" clId="Web-{ED432998-E465-8CA4-5777-F6FA08D9605D}" dt="2025-06-06T05:38:56.103" v="272" actId="20577"/>
        <pc:sldMkLst>
          <pc:docMk/>
          <pc:sldMk cId="2935024697" sldId="272"/>
        </pc:sldMkLst>
        <pc:spChg chg="mod">
          <ac:chgData name="Samiksha Suresh Shelke" userId="S::samiksha.shelke@zensar.com::3b0fb047-e152-44c8-8a88-37bd955cc48b" providerId="AD" clId="Web-{ED432998-E465-8CA4-5777-F6FA08D9605D}" dt="2025-06-06T05:35:07.468" v="231" actId="20577"/>
          <ac:spMkLst>
            <pc:docMk/>
            <pc:sldMk cId="2935024697" sldId="272"/>
            <ac:spMk id="2" creationId="{A8D0EDFA-CA29-498F-FB1F-832F77F41BD7}"/>
          </ac:spMkLst>
        </pc:spChg>
        <pc:spChg chg="add mod">
          <ac:chgData name="Samiksha Suresh Shelke" userId="S::samiksha.shelke@zensar.com::3b0fb047-e152-44c8-8a88-37bd955cc48b" providerId="AD" clId="Web-{ED432998-E465-8CA4-5777-F6FA08D9605D}" dt="2025-06-06T05:38:56.103" v="272" actId="20577"/>
          <ac:spMkLst>
            <pc:docMk/>
            <pc:sldMk cId="2935024697" sldId="272"/>
            <ac:spMk id="5" creationId="{7189C2E0-80AD-EC35-B2CC-957063CA9A80}"/>
          </ac:spMkLst>
        </pc:spChg>
        <pc:picChg chg="del">
          <ac:chgData name="Samiksha Suresh Shelke" userId="S::samiksha.shelke@zensar.com::3b0fb047-e152-44c8-8a88-37bd955cc48b" providerId="AD" clId="Web-{ED432998-E465-8CA4-5777-F6FA08D9605D}" dt="2025-06-06T05:34:15.232" v="209"/>
          <ac:picMkLst>
            <pc:docMk/>
            <pc:sldMk cId="2935024697" sldId="272"/>
            <ac:picMk id="4" creationId="{1F75DCF9-2CD9-30D0-3306-005959324537}"/>
          </ac:picMkLst>
        </pc:picChg>
      </pc:sldChg>
      <pc:sldChg chg="modSp add replId">
        <pc:chgData name="Samiksha Suresh Shelke" userId="S::samiksha.shelke@zensar.com::3b0fb047-e152-44c8-8a88-37bd955cc48b" providerId="AD" clId="Web-{ED432998-E465-8CA4-5777-F6FA08D9605D}" dt="2025-06-06T05:41:37.750" v="318" actId="20577"/>
        <pc:sldMkLst>
          <pc:docMk/>
          <pc:sldMk cId="4248205863" sldId="273"/>
        </pc:sldMkLst>
        <pc:spChg chg="mod">
          <ac:chgData name="Samiksha Suresh Shelke" userId="S::samiksha.shelke@zensar.com::3b0fb047-e152-44c8-8a88-37bd955cc48b" providerId="AD" clId="Web-{ED432998-E465-8CA4-5777-F6FA08D9605D}" dt="2025-06-06T05:41:15.546" v="313" actId="20577"/>
          <ac:spMkLst>
            <pc:docMk/>
            <pc:sldMk cId="4248205863" sldId="273"/>
            <ac:spMk id="2" creationId="{2E5D2888-430D-CFF2-386D-066AFE601544}"/>
          </ac:spMkLst>
        </pc:spChg>
        <pc:spChg chg="mod">
          <ac:chgData name="Samiksha Suresh Shelke" userId="S::samiksha.shelke@zensar.com::3b0fb047-e152-44c8-8a88-37bd955cc48b" providerId="AD" clId="Web-{ED432998-E465-8CA4-5777-F6FA08D9605D}" dt="2025-06-06T05:41:37.750" v="318" actId="20577"/>
          <ac:spMkLst>
            <pc:docMk/>
            <pc:sldMk cId="4248205863" sldId="273"/>
            <ac:spMk id="5" creationId="{DC225D4C-7463-B474-934F-CA193250144C}"/>
          </ac:spMkLst>
        </pc:spChg>
      </pc:sldChg>
    </pc:docChg>
  </pc:docChgLst>
  <pc:docChgLst>
    <pc:chgData name="Samiksha Suresh Shelke" userId="S::samiksha.shelke@zensar.com::3b0fb047-e152-44c8-8a88-37bd955cc48b" providerId="AD" clId="Web-{4F249A4B-34D1-D627-8464-6D92C56E0E5A}"/>
    <pc:docChg chg="modSld">
      <pc:chgData name="Samiksha Suresh Shelke" userId="S::samiksha.shelke@zensar.com::3b0fb047-e152-44c8-8a88-37bd955cc48b" providerId="AD" clId="Web-{4F249A4B-34D1-D627-8464-6D92C56E0E5A}" dt="2025-06-06T06:05:16.850" v="45"/>
      <pc:docMkLst>
        <pc:docMk/>
      </pc:docMkLst>
      <pc:sldChg chg="addSp delSp modSp">
        <pc:chgData name="Samiksha Suresh Shelke" userId="S::samiksha.shelke@zensar.com::3b0fb047-e152-44c8-8a88-37bd955cc48b" providerId="AD" clId="Web-{4F249A4B-34D1-D627-8464-6D92C56E0E5A}" dt="2025-06-06T06:05:16.850" v="45"/>
        <pc:sldMkLst>
          <pc:docMk/>
          <pc:sldMk cId="692152970" sldId="260"/>
        </pc:sldMkLst>
        <pc:spChg chg="add del">
          <ac:chgData name="Samiksha Suresh Shelke" userId="S::samiksha.shelke@zensar.com::3b0fb047-e152-44c8-8a88-37bd955cc48b" providerId="AD" clId="Web-{4F249A4B-34D1-D627-8464-6D92C56E0E5A}" dt="2025-06-06T06:03:21.315" v="43"/>
          <ac:spMkLst>
            <pc:docMk/>
            <pc:sldMk cId="692152970" sldId="260"/>
            <ac:spMk id="7" creationId="{26349A10-8F10-5E68-ED95-47924DCD43A2}"/>
          </ac:spMkLst>
        </pc:spChg>
        <pc:spChg chg="add del">
          <ac:chgData name="Samiksha Suresh Shelke" userId="S::samiksha.shelke@zensar.com::3b0fb047-e152-44c8-8a88-37bd955cc48b" providerId="AD" clId="Web-{4F249A4B-34D1-D627-8464-6D92C56E0E5A}" dt="2025-06-06T06:05:16.850" v="45"/>
          <ac:spMkLst>
            <pc:docMk/>
            <pc:sldMk cId="692152970" sldId="260"/>
            <ac:spMk id="8" creationId="{54B21547-9B29-AF63-3D48-9B3AB71AA0C6}"/>
          </ac:spMkLst>
        </pc:spChg>
        <pc:spChg chg="mod">
          <ac:chgData name="Samiksha Suresh Shelke" userId="S::samiksha.shelke@zensar.com::3b0fb047-e152-44c8-8a88-37bd955cc48b" providerId="AD" clId="Web-{4F249A4B-34D1-D627-8464-6D92C56E0E5A}" dt="2025-06-06T06:02:29.828" v="40" actId="20577"/>
          <ac:spMkLst>
            <pc:docMk/>
            <pc:sldMk cId="692152970" sldId="260"/>
            <ac:spMk id="9" creationId="{1DDFF69E-7758-69DE-E37F-7CFEC8D5CFAC}"/>
          </ac:spMkLst>
        </pc:spChg>
      </pc:sldChg>
      <pc:sldChg chg="delSp">
        <pc:chgData name="Samiksha Suresh Shelke" userId="S::samiksha.shelke@zensar.com::3b0fb047-e152-44c8-8a88-37bd955cc48b" providerId="AD" clId="Web-{4F249A4B-34D1-D627-8464-6D92C56E0E5A}" dt="2025-06-06T05:56:57.051" v="0"/>
        <pc:sldMkLst>
          <pc:docMk/>
          <pc:sldMk cId="1880620328" sldId="261"/>
        </pc:sldMkLst>
        <pc:inkChg chg="del">
          <ac:chgData name="Samiksha Suresh Shelke" userId="S::samiksha.shelke@zensar.com::3b0fb047-e152-44c8-8a88-37bd955cc48b" providerId="AD" clId="Web-{4F249A4B-34D1-D627-8464-6D92C56E0E5A}" dt="2025-06-06T05:56:57.051" v="0"/>
          <ac:inkMkLst>
            <pc:docMk/>
            <pc:sldMk cId="1880620328" sldId="261"/>
            <ac:inkMk id="5" creationId="{E13F9F35-3BB9-F759-29A9-7ABD49696CEA}"/>
          </ac:inkMkLst>
        </pc:inkChg>
      </pc:sldChg>
    </pc:docChg>
  </pc:docChgLst>
  <pc:docChgLst>
    <pc:chgData name="Samiksha Suresh Shelke" userId="S::samiksha.shelke@zensar.com::3b0fb047-e152-44c8-8a88-37bd955cc48b" providerId="AD" clId="Web-{673CDFA4-29FF-D14C-755B-99409E3F6424}"/>
    <pc:docChg chg="addSld modSld">
      <pc:chgData name="Samiksha Suresh Shelke" userId="S::samiksha.shelke@zensar.com::3b0fb047-e152-44c8-8a88-37bd955cc48b" providerId="AD" clId="Web-{673CDFA4-29FF-D14C-755B-99409E3F6424}" dt="2025-06-04T10:17:27.757" v="2"/>
      <pc:docMkLst>
        <pc:docMk/>
      </pc:docMkLst>
      <pc:sldChg chg="modSp">
        <pc:chgData name="Samiksha Suresh Shelke" userId="S::samiksha.shelke@zensar.com::3b0fb047-e152-44c8-8a88-37bd955cc48b" providerId="AD" clId="Web-{673CDFA4-29FF-D14C-755B-99409E3F6424}" dt="2025-06-04T10:06:06.609" v="1" actId="20577"/>
        <pc:sldMkLst>
          <pc:docMk/>
          <pc:sldMk cId="3620948231" sldId="262"/>
        </pc:sldMkLst>
        <pc:spChg chg="mod">
          <ac:chgData name="Samiksha Suresh Shelke" userId="S::samiksha.shelke@zensar.com::3b0fb047-e152-44c8-8a88-37bd955cc48b" providerId="AD" clId="Web-{673CDFA4-29FF-D14C-755B-99409E3F6424}" dt="2025-06-04T10:06:06.609" v="1" actId="20577"/>
          <ac:spMkLst>
            <pc:docMk/>
            <pc:sldMk cId="3620948231" sldId="262"/>
            <ac:spMk id="2" creationId="{DE6595D0-F1D9-BE6B-76B0-92E8D2FB125D}"/>
          </ac:spMkLst>
        </pc:spChg>
      </pc:sldChg>
      <pc:sldChg chg="new">
        <pc:chgData name="Samiksha Suresh Shelke" userId="S::samiksha.shelke@zensar.com::3b0fb047-e152-44c8-8a88-37bd955cc48b" providerId="AD" clId="Web-{673CDFA4-29FF-D14C-755B-99409E3F6424}" dt="2025-06-04T10:17:27.757" v="2"/>
        <pc:sldMkLst>
          <pc:docMk/>
          <pc:sldMk cId="145209805" sldId="264"/>
        </pc:sldMkLst>
      </pc:sldChg>
    </pc:docChg>
  </pc:docChgLst>
  <pc:docChgLst>
    <pc:chgData name="Samiksha Suresh Shelke" userId="S::samiksha.shelke@zensar.com::3b0fb047-e152-44c8-8a88-37bd955cc48b" providerId="AD" clId="Web-{5E2B4B2B-4CEA-2E55-6A6E-99D7A6D9D427}"/>
    <pc:docChg chg="modSld">
      <pc:chgData name="Samiksha Suresh Shelke" userId="S::samiksha.shelke@zensar.com::3b0fb047-e152-44c8-8a88-37bd955cc48b" providerId="AD" clId="Web-{5E2B4B2B-4CEA-2E55-6A6E-99D7A6D9D427}" dt="2025-06-06T09:07:42.070" v="122" actId="1076"/>
      <pc:docMkLst>
        <pc:docMk/>
      </pc:docMkLst>
      <pc:sldChg chg="addSp delSp modSp">
        <pc:chgData name="Samiksha Suresh Shelke" userId="S::samiksha.shelke@zensar.com::3b0fb047-e152-44c8-8a88-37bd955cc48b" providerId="AD" clId="Web-{5E2B4B2B-4CEA-2E55-6A6E-99D7A6D9D427}" dt="2025-06-06T08:53:52.759" v="76" actId="20577"/>
        <pc:sldMkLst>
          <pc:docMk/>
          <pc:sldMk cId="692152970" sldId="260"/>
        </pc:sldMkLst>
        <pc:spChg chg="add mod">
          <ac:chgData name="Samiksha Suresh Shelke" userId="S::samiksha.shelke@zensar.com::3b0fb047-e152-44c8-8a88-37bd955cc48b" providerId="AD" clId="Web-{5E2B4B2B-4CEA-2E55-6A6E-99D7A6D9D427}" dt="2025-06-06T08:53:52.759" v="76" actId="20577"/>
          <ac:spMkLst>
            <pc:docMk/>
            <pc:sldMk cId="692152970" sldId="260"/>
            <ac:spMk id="8" creationId="{278B0F30-0E0A-33D0-60AD-31D67A7D6CB1}"/>
          </ac:spMkLst>
        </pc:spChg>
        <pc:spChg chg="add del mod">
          <ac:chgData name="Samiksha Suresh Shelke" userId="S::samiksha.shelke@zensar.com::3b0fb047-e152-44c8-8a88-37bd955cc48b" providerId="AD" clId="Web-{5E2B4B2B-4CEA-2E55-6A6E-99D7A6D9D427}" dt="2025-06-06T07:24:18.717" v="64"/>
          <ac:spMkLst>
            <pc:docMk/>
            <pc:sldMk cId="692152970" sldId="260"/>
            <ac:spMk id="8" creationId="{B1481CA9-E464-A265-66C7-51E10515C7A2}"/>
          </ac:spMkLst>
        </pc:spChg>
        <pc:spChg chg="mod">
          <ac:chgData name="Samiksha Suresh Shelke" userId="S::samiksha.shelke@zensar.com::3b0fb047-e152-44c8-8a88-37bd955cc48b" providerId="AD" clId="Web-{5E2B4B2B-4CEA-2E55-6A6E-99D7A6D9D427}" dt="2025-06-06T07:03:16.212" v="6" actId="20577"/>
          <ac:spMkLst>
            <pc:docMk/>
            <pc:sldMk cId="692152970" sldId="260"/>
            <ac:spMk id="9" creationId="{1DDFF69E-7758-69DE-E37F-7CFEC8D5CFAC}"/>
          </ac:spMkLst>
        </pc:spChg>
        <pc:spChg chg="del mod">
          <ac:chgData name="Samiksha Suresh Shelke" userId="S::samiksha.shelke@zensar.com::3b0fb047-e152-44c8-8a88-37bd955cc48b" providerId="AD" clId="Web-{5E2B4B2B-4CEA-2E55-6A6E-99D7A6D9D427}" dt="2025-06-06T07:11:24.325" v="12"/>
          <ac:spMkLst>
            <pc:docMk/>
            <pc:sldMk cId="692152970" sldId="260"/>
            <ac:spMk id="13" creationId="{880630D2-6E80-9139-4A52-7FE7D1D49DCA}"/>
          </ac:spMkLst>
        </pc:spChg>
        <pc:spChg chg="add del mod">
          <ac:chgData name="Samiksha Suresh Shelke" userId="S::samiksha.shelke@zensar.com::3b0fb047-e152-44c8-8a88-37bd955cc48b" providerId="AD" clId="Web-{5E2B4B2B-4CEA-2E55-6A6E-99D7A6D9D427}" dt="2025-06-06T07:24:32.608" v="68" actId="1076"/>
          <ac:spMkLst>
            <pc:docMk/>
            <pc:sldMk cId="692152970" sldId="260"/>
            <ac:spMk id="14" creationId="{D36A1B39-B103-D97B-BC72-48ED22B9383B}"/>
          </ac:spMkLst>
        </pc:spChg>
        <pc:spChg chg="add del mod">
          <ac:chgData name="Samiksha Suresh Shelke" userId="S::samiksha.shelke@zensar.com::3b0fb047-e152-44c8-8a88-37bd955cc48b" providerId="AD" clId="Web-{5E2B4B2B-4CEA-2E55-6A6E-99D7A6D9D427}" dt="2025-06-06T07:24:07.263" v="45"/>
          <ac:spMkLst>
            <pc:docMk/>
            <pc:sldMk cId="692152970" sldId="260"/>
            <ac:spMk id="15" creationId="{43151413-C7E1-CE6A-FD85-155CE6556B94}"/>
          </ac:spMkLst>
        </pc:spChg>
      </pc:sldChg>
      <pc:sldChg chg="addSp delSp modSp">
        <pc:chgData name="Samiksha Suresh Shelke" userId="S::samiksha.shelke@zensar.com::3b0fb047-e152-44c8-8a88-37bd955cc48b" providerId="AD" clId="Web-{5E2B4B2B-4CEA-2E55-6A6E-99D7A6D9D427}" dt="2025-06-06T09:07:42.070" v="122" actId="1076"/>
        <pc:sldMkLst>
          <pc:docMk/>
          <pc:sldMk cId="1880620328" sldId="261"/>
        </pc:sldMkLst>
        <pc:spChg chg="del mod">
          <ac:chgData name="Samiksha Suresh Shelke" userId="S::samiksha.shelke@zensar.com::3b0fb047-e152-44c8-8a88-37bd955cc48b" providerId="AD" clId="Web-{5E2B4B2B-4CEA-2E55-6A6E-99D7A6D9D427}" dt="2025-06-06T09:06:57.865" v="111"/>
          <ac:spMkLst>
            <pc:docMk/>
            <pc:sldMk cId="1880620328" sldId="261"/>
            <ac:spMk id="2" creationId="{EEFDBFD8-1511-C8D1-EF54-013B3D4AAFDE}"/>
          </ac:spMkLst>
        </pc:spChg>
        <pc:spChg chg="mod">
          <ac:chgData name="Samiksha Suresh Shelke" userId="S::samiksha.shelke@zensar.com::3b0fb047-e152-44c8-8a88-37bd955cc48b" providerId="AD" clId="Web-{5E2B4B2B-4CEA-2E55-6A6E-99D7A6D9D427}" dt="2025-06-06T09:07:12.600" v="118" actId="1076"/>
          <ac:spMkLst>
            <pc:docMk/>
            <pc:sldMk cId="1880620328" sldId="261"/>
            <ac:spMk id="5" creationId="{9433B13C-2813-1A01-37F2-2FA83C28EA2E}"/>
          </ac:spMkLst>
        </pc:spChg>
        <pc:spChg chg="add mod">
          <ac:chgData name="Samiksha Suresh Shelke" userId="S::samiksha.shelke@zensar.com::3b0fb047-e152-44c8-8a88-37bd955cc48b" providerId="AD" clId="Web-{5E2B4B2B-4CEA-2E55-6A6E-99D7A6D9D427}" dt="2025-06-06T09:07:07.334" v="116" actId="1076"/>
          <ac:spMkLst>
            <pc:docMk/>
            <pc:sldMk cId="1880620328" sldId="261"/>
            <ac:spMk id="7" creationId="{12774E53-0B00-6F7A-0A9C-2D755814EA1D}"/>
          </ac:spMkLst>
        </pc:spChg>
        <pc:spChg chg="mod">
          <ac:chgData name="Samiksha Suresh Shelke" userId="S::samiksha.shelke@zensar.com::3b0fb047-e152-44c8-8a88-37bd955cc48b" providerId="AD" clId="Web-{5E2B4B2B-4CEA-2E55-6A6E-99D7A6D9D427}" dt="2025-06-06T09:07:07.287" v="115" actId="1076"/>
          <ac:spMkLst>
            <pc:docMk/>
            <pc:sldMk cId="1880620328" sldId="261"/>
            <ac:spMk id="8" creationId="{089B7013-194B-0EBD-5974-DB0687E29C0E}"/>
          </ac:spMkLst>
        </pc:spChg>
        <pc:spChg chg="mod">
          <ac:chgData name="Samiksha Suresh Shelke" userId="S::samiksha.shelke@zensar.com::3b0fb047-e152-44c8-8a88-37bd955cc48b" providerId="AD" clId="Web-{5E2B4B2B-4CEA-2E55-6A6E-99D7A6D9D427}" dt="2025-06-06T09:07:07.365" v="117" actId="1076"/>
          <ac:spMkLst>
            <pc:docMk/>
            <pc:sldMk cId="1880620328" sldId="261"/>
            <ac:spMk id="9" creationId="{FD5390C2-7E80-F144-1375-7F4673C477DD}"/>
          </ac:spMkLst>
        </pc:spChg>
        <pc:spChg chg="add mod">
          <ac:chgData name="Samiksha Suresh Shelke" userId="S::samiksha.shelke@zensar.com::3b0fb047-e152-44c8-8a88-37bd955cc48b" providerId="AD" clId="Web-{5E2B4B2B-4CEA-2E55-6A6E-99D7A6D9D427}" dt="2025-06-06T09:07:42.070" v="122" actId="1076"/>
          <ac:spMkLst>
            <pc:docMk/>
            <pc:sldMk cId="1880620328" sldId="261"/>
            <ac:spMk id="10" creationId="{85058B97-989F-CD19-9406-CD7AF34B64BA}"/>
          </ac:spMkLst>
        </pc:spChg>
        <pc:spChg chg="mod">
          <ac:chgData name="Samiksha Suresh Shelke" userId="S::samiksha.shelke@zensar.com::3b0fb047-e152-44c8-8a88-37bd955cc48b" providerId="AD" clId="Web-{5E2B4B2B-4CEA-2E55-6A6E-99D7A6D9D427}" dt="2025-06-06T09:07:12.741" v="121" actId="1076"/>
          <ac:spMkLst>
            <pc:docMk/>
            <pc:sldMk cId="1880620328" sldId="261"/>
            <ac:spMk id="11" creationId="{E61729A6-9E83-5C06-D3BA-DBFD350945C8}"/>
          </ac:spMkLst>
        </pc:spChg>
        <pc:picChg chg="mod">
          <ac:chgData name="Samiksha Suresh Shelke" userId="S::samiksha.shelke@zensar.com::3b0fb047-e152-44c8-8a88-37bd955cc48b" providerId="AD" clId="Web-{5E2B4B2B-4CEA-2E55-6A6E-99D7A6D9D427}" dt="2025-06-06T09:06:58.053" v="114" actId="1076"/>
          <ac:picMkLst>
            <pc:docMk/>
            <pc:sldMk cId="1880620328" sldId="261"/>
            <ac:picMk id="3" creationId="{E59DEEAD-A963-F5F8-5B54-2F338A50C028}"/>
          </ac:picMkLst>
        </pc:picChg>
        <pc:picChg chg="mod">
          <ac:chgData name="Samiksha Suresh Shelke" userId="S::samiksha.shelke@zensar.com::3b0fb047-e152-44c8-8a88-37bd955cc48b" providerId="AD" clId="Web-{5E2B4B2B-4CEA-2E55-6A6E-99D7A6D9D427}" dt="2025-06-06T09:06:57.912" v="112" actId="1076"/>
          <ac:picMkLst>
            <pc:docMk/>
            <pc:sldMk cId="1880620328" sldId="261"/>
            <ac:picMk id="4" creationId="{9A7AE740-F366-98BF-3F54-D9203AF6F3DD}"/>
          </ac:picMkLst>
        </pc:picChg>
        <pc:picChg chg="mod">
          <ac:chgData name="Samiksha Suresh Shelke" userId="S::samiksha.shelke@zensar.com::3b0fb047-e152-44c8-8a88-37bd955cc48b" providerId="AD" clId="Web-{5E2B4B2B-4CEA-2E55-6A6E-99D7A6D9D427}" dt="2025-06-06T09:06:57.974" v="113" actId="1076"/>
          <ac:picMkLst>
            <pc:docMk/>
            <pc:sldMk cId="1880620328" sldId="261"/>
            <ac:picMk id="6" creationId="{291F01A8-7A18-EDCF-9EAE-36C09AE32496}"/>
          </ac:picMkLst>
        </pc:picChg>
      </pc:sldChg>
    </pc:docChg>
  </pc:docChgLst>
  <pc:docChgLst>
    <pc:chgData name="Samiksha Suresh Shelke" userId="S::samiksha.shelke@zensar.com::3b0fb047-e152-44c8-8a88-37bd955cc48b" providerId="AD" clId="Web-{5CF29AB0-3175-18C5-DC1E-09F1A047990D}"/>
    <pc:docChg chg="addSld delSld modSld">
      <pc:chgData name="Samiksha Suresh Shelke" userId="S::samiksha.shelke@zensar.com::3b0fb047-e152-44c8-8a88-37bd955cc48b" providerId="AD" clId="Web-{5CF29AB0-3175-18C5-DC1E-09F1A047990D}" dt="2025-06-10T06:07:05.617" v="96"/>
      <pc:docMkLst>
        <pc:docMk/>
      </pc:docMkLst>
      <pc:sldChg chg="modTransition addAnim modAnim">
        <pc:chgData name="Samiksha Suresh Shelke" userId="S::samiksha.shelke@zensar.com::3b0fb047-e152-44c8-8a88-37bd955cc48b" providerId="AD" clId="Web-{5CF29AB0-3175-18C5-DC1E-09F1A047990D}" dt="2025-06-10T06:05:19.110" v="88"/>
        <pc:sldMkLst>
          <pc:docMk/>
          <pc:sldMk cId="313811937" sldId="257"/>
        </pc:sldMkLst>
      </pc:sldChg>
      <pc:sldChg chg="modSp modTransition addAnim modAnim">
        <pc:chgData name="Samiksha Suresh Shelke" userId="S::samiksha.shelke@zensar.com::3b0fb047-e152-44c8-8a88-37bd955cc48b" providerId="AD" clId="Web-{5CF29AB0-3175-18C5-DC1E-09F1A047990D}" dt="2025-06-10T06:06:00.097" v="89"/>
        <pc:sldMkLst>
          <pc:docMk/>
          <pc:sldMk cId="1685358557" sldId="258"/>
        </pc:sldMkLst>
        <pc:spChg chg="mod">
          <ac:chgData name="Samiksha Suresh Shelke" userId="S::samiksha.shelke@zensar.com::3b0fb047-e152-44c8-8a88-37bd955cc48b" providerId="AD" clId="Web-{5CF29AB0-3175-18C5-DC1E-09F1A047990D}" dt="2025-06-10T05:51:43.834" v="33" actId="14100"/>
          <ac:spMkLst>
            <pc:docMk/>
            <pc:sldMk cId="1685358557" sldId="258"/>
            <ac:spMk id="27" creationId="{CFF38DF7-261B-400F-C061-93E9DCD3EA56}"/>
          </ac:spMkLst>
        </pc:spChg>
      </pc:sldChg>
      <pc:sldChg chg="modTransition">
        <pc:chgData name="Samiksha Suresh Shelke" userId="S::samiksha.shelke@zensar.com::3b0fb047-e152-44c8-8a88-37bd955cc48b" providerId="AD" clId="Web-{5CF29AB0-3175-18C5-DC1E-09F1A047990D}" dt="2025-06-10T06:06:05.754" v="90"/>
        <pc:sldMkLst>
          <pc:docMk/>
          <pc:sldMk cId="1696253597" sldId="259"/>
        </pc:sldMkLst>
      </pc:sldChg>
      <pc:sldChg chg="modTransition">
        <pc:chgData name="Samiksha Suresh Shelke" userId="S::samiksha.shelke@zensar.com::3b0fb047-e152-44c8-8a88-37bd955cc48b" providerId="AD" clId="Web-{5CF29AB0-3175-18C5-DC1E-09F1A047990D}" dt="2025-06-10T06:06:25.536" v="91"/>
        <pc:sldMkLst>
          <pc:docMk/>
          <pc:sldMk cId="692152970" sldId="260"/>
        </pc:sldMkLst>
      </pc:sldChg>
      <pc:sldChg chg="modTransition">
        <pc:chgData name="Samiksha Suresh Shelke" userId="S::samiksha.shelke@zensar.com::3b0fb047-e152-44c8-8a88-37bd955cc48b" providerId="AD" clId="Web-{5CF29AB0-3175-18C5-DC1E-09F1A047990D}" dt="2025-06-10T06:06:31.912" v="92"/>
        <pc:sldMkLst>
          <pc:docMk/>
          <pc:sldMk cId="1880620328" sldId="261"/>
        </pc:sldMkLst>
      </pc:sldChg>
      <pc:sldChg chg="modTransition addAnim modAnim">
        <pc:chgData name="Samiksha Suresh Shelke" userId="S::samiksha.shelke@zensar.com::3b0fb047-e152-44c8-8a88-37bd955cc48b" providerId="AD" clId="Web-{5CF29AB0-3175-18C5-DC1E-09F1A047990D}" dt="2025-06-10T06:06:38.647" v="93"/>
        <pc:sldMkLst>
          <pc:docMk/>
          <pc:sldMk cId="2148048572" sldId="263"/>
        </pc:sldMkLst>
      </pc:sldChg>
      <pc:sldChg chg="del">
        <pc:chgData name="Samiksha Suresh Shelke" userId="S::samiksha.shelke@zensar.com::3b0fb047-e152-44c8-8a88-37bd955cc48b" providerId="AD" clId="Web-{5CF29AB0-3175-18C5-DC1E-09F1A047990D}" dt="2025-06-10T05:45:59.310" v="0"/>
        <pc:sldMkLst>
          <pc:docMk/>
          <pc:sldMk cId="2690372001" sldId="265"/>
        </pc:sldMkLst>
      </pc:sldChg>
      <pc:sldChg chg="modTransition">
        <pc:chgData name="Samiksha Suresh Shelke" userId="S::samiksha.shelke@zensar.com::3b0fb047-e152-44c8-8a88-37bd955cc48b" providerId="AD" clId="Web-{5CF29AB0-3175-18C5-DC1E-09F1A047990D}" dt="2025-06-10T06:06:51.741" v="94"/>
        <pc:sldMkLst>
          <pc:docMk/>
          <pc:sldMk cId="1883204722" sldId="268"/>
        </pc:sldMkLst>
      </pc:sldChg>
      <pc:sldChg chg="modTransition addAnim modAnim">
        <pc:chgData name="Samiksha Suresh Shelke" userId="S::samiksha.shelke@zensar.com::3b0fb047-e152-44c8-8a88-37bd955cc48b" providerId="AD" clId="Web-{5CF29AB0-3175-18C5-DC1E-09F1A047990D}" dt="2025-06-10T06:07:02.945" v="95"/>
        <pc:sldMkLst>
          <pc:docMk/>
          <pc:sldMk cId="2935024697" sldId="272"/>
        </pc:sldMkLst>
      </pc:sldChg>
      <pc:sldChg chg="modTransition addAnim modAnim">
        <pc:chgData name="Samiksha Suresh Shelke" userId="S::samiksha.shelke@zensar.com::3b0fb047-e152-44c8-8a88-37bd955cc48b" providerId="AD" clId="Web-{5CF29AB0-3175-18C5-DC1E-09F1A047990D}" dt="2025-06-10T06:07:05.617" v="96"/>
        <pc:sldMkLst>
          <pc:docMk/>
          <pc:sldMk cId="4248205863" sldId="273"/>
        </pc:sldMkLst>
      </pc:sldChg>
      <pc:sldChg chg="new del">
        <pc:chgData name="Samiksha Suresh Shelke" userId="S::samiksha.shelke@zensar.com::3b0fb047-e152-44c8-8a88-37bd955cc48b" providerId="AD" clId="Web-{5CF29AB0-3175-18C5-DC1E-09F1A047990D}" dt="2025-06-10T05:47:39.317" v="5"/>
        <pc:sldMkLst>
          <pc:docMk/>
          <pc:sldMk cId="289681150" sldId="274"/>
        </pc:sldMkLst>
      </pc:sldChg>
      <pc:sldChg chg="new del">
        <pc:chgData name="Samiksha Suresh Shelke" userId="S::samiksha.shelke@zensar.com::3b0fb047-e152-44c8-8a88-37bd955cc48b" providerId="AD" clId="Web-{5CF29AB0-3175-18C5-DC1E-09F1A047990D}" dt="2025-06-10T05:47:27.410" v="2"/>
        <pc:sldMkLst>
          <pc:docMk/>
          <pc:sldMk cId="1897853694" sldId="274"/>
        </pc:sldMkLst>
      </pc:sldChg>
      <pc:sldChg chg="delSp modSp new addAnim modAnim">
        <pc:chgData name="Samiksha Suresh Shelke" userId="S::samiksha.shelke@zensar.com::3b0fb047-e152-44c8-8a88-37bd955cc48b" providerId="AD" clId="Web-{5CF29AB0-3175-18C5-DC1E-09F1A047990D}" dt="2025-06-10T06:03:29.805" v="87"/>
        <pc:sldMkLst>
          <pc:docMk/>
          <pc:sldMk cId="2960361012" sldId="275"/>
        </pc:sldMkLst>
        <pc:spChg chg="mod">
          <ac:chgData name="Samiksha Suresh Shelke" userId="S::samiksha.shelke@zensar.com::3b0fb047-e152-44c8-8a88-37bd955cc48b" providerId="AD" clId="Web-{5CF29AB0-3175-18C5-DC1E-09F1A047990D}" dt="2025-06-10T05:47:57.162" v="16" actId="20577"/>
          <ac:spMkLst>
            <pc:docMk/>
            <pc:sldMk cId="2960361012" sldId="275"/>
            <ac:spMk id="2" creationId="{1DC23435-95B5-8BCA-8D6A-E74437584A17}"/>
          </ac:spMkLst>
        </pc:spChg>
        <pc:spChg chg="del mod">
          <ac:chgData name="Samiksha Suresh Shelke" userId="S::samiksha.shelke@zensar.com::3b0fb047-e152-44c8-8a88-37bd955cc48b" providerId="AD" clId="Web-{5CF29AB0-3175-18C5-DC1E-09F1A047990D}" dt="2025-06-10T05:48:13.257" v="19"/>
          <ac:spMkLst>
            <pc:docMk/>
            <pc:sldMk cId="2960361012" sldId="275"/>
            <ac:spMk id="3" creationId="{59BBEF5D-6A09-5CBA-CE6A-4A9195EFFCE3}"/>
          </ac:spMkLst>
        </pc:spChg>
      </pc:sldChg>
    </pc:docChg>
  </pc:docChgLst>
  <pc:docChgLst>
    <pc:chgData name="Samiksha Suresh Shelke" userId="S::samiksha.shelke@zensar.com::3b0fb047-e152-44c8-8a88-37bd955cc48b" providerId="AD" clId="Web-{6C167E01-6FB1-D2F5-A06D-CB1B3D5FBC0B}"/>
    <pc:docChg chg="addSld delSld modSld">
      <pc:chgData name="Samiksha Suresh Shelke" userId="S::samiksha.shelke@zensar.com::3b0fb047-e152-44c8-8a88-37bd955cc48b" providerId="AD" clId="Web-{6C167E01-6FB1-D2F5-A06D-CB1B3D5FBC0B}" dt="2025-06-04T10:00:37.749" v="272" actId="14100"/>
      <pc:docMkLst>
        <pc:docMk/>
      </pc:docMkLst>
      <pc:sldChg chg="addSp delSp modSp">
        <pc:chgData name="Samiksha Suresh Shelke" userId="S::samiksha.shelke@zensar.com::3b0fb047-e152-44c8-8a88-37bd955cc48b" providerId="AD" clId="Web-{6C167E01-6FB1-D2F5-A06D-CB1B3D5FBC0B}" dt="2025-06-04T09:31:39.003" v="40" actId="1076"/>
        <pc:sldMkLst>
          <pc:docMk/>
          <pc:sldMk cId="692152970" sldId="260"/>
        </pc:sldMkLst>
        <pc:spChg chg="mod">
          <ac:chgData name="Samiksha Suresh Shelke" userId="S::samiksha.shelke@zensar.com::3b0fb047-e152-44c8-8a88-37bd955cc48b" providerId="AD" clId="Web-{6C167E01-6FB1-D2F5-A06D-CB1B3D5FBC0B}" dt="2025-06-04T09:22:54.188" v="8" actId="20577"/>
          <ac:spMkLst>
            <pc:docMk/>
            <pc:sldMk cId="692152970" sldId="260"/>
            <ac:spMk id="2" creationId="{9896D13E-38D1-5233-39FC-AE0A3FF6B17B}"/>
          </ac:spMkLst>
        </pc:spChg>
        <pc:spChg chg="del">
          <ac:chgData name="Samiksha Suresh Shelke" userId="S::samiksha.shelke@zensar.com::3b0fb047-e152-44c8-8a88-37bd955cc48b" providerId="AD" clId="Web-{6C167E01-6FB1-D2F5-A06D-CB1B3D5FBC0B}" dt="2025-06-04T09:24:42.676" v="9"/>
          <ac:spMkLst>
            <pc:docMk/>
            <pc:sldMk cId="692152970" sldId="260"/>
            <ac:spMk id="3" creationId="{2CC00974-CC9B-CBDA-26C7-EA02CAF26A57}"/>
          </ac:spMkLst>
        </pc:spChg>
        <pc:picChg chg="add mod ord">
          <ac:chgData name="Samiksha Suresh Shelke" userId="S::samiksha.shelke@zensar.com::3b0fb047-e152-44c8-8a88-37bd955cc48b" providerId="AD" clId="Web-{6C167E01-6FB1-D2F5-A06D-CB1B3D5FBC0B}" dt="2025-06-04T09:27:14.182" v="17" actId="1076"/>
          <ac:picMkLst>
            <pc:docMk/>
            <pc:sldMk cId="692152970" sldId="260"/>
            <ac:picMk id="4" creationId="{4CD5B7F9-7880-0E42-D8BC-520AC7CC7C24}"/>
          </ac:picMkLst>
        </pc:picChg>
        <pc:picChg chg="add mod">
          <ac:chgData name="Samiksha Suresh Shelke" userId="S::samiksha.shelke@zensar.com::3b0fb047-e152-44c8-8a88-37bd955cc48b" providerId="AD" clId="Web-{6C167E01-6FB1-D2F5-A06D-CB1B3D5FBC0B}" dt="2025-06-04T09:30:27.297" v="33" actId="1076"/>
          <ac:picMkLst>
            <pc:docMk/>
            <pc:sldMk cId="692152970" sldId="260"/>
            <ac:picMk id="5" creationId="{A30CCE60-9629-CEF4-E082-BF01FDFF8732}"/>
          </ac:picMkLst>
        </pc:picChg>
        <pc:picChg chg="add mod">
          <ac:chgData name="Samiksha Suresh Shelke" userId="S::samiksha.shelke@zensar.com::3b0fb047-e152-44c8-8a88-37bd955cc48b" providerId="AD" clId="Web-{6C167E01-6FB1-D2F5-A06D-CB1B3D5FBC0B}" dt="2025-06-04T09:31:39.003" v="40" actId="1076"/>
          <ac:picMkLst>
            <pc:docMk/>
            <pc:sldMk cId="692152970" sldId="260"/>
            <ac:picMk id="6" creationId="{FFC667C1-C133-EBD9-7DB7-82451F64AEB7}"/>
          </ac:picMkLst>
        </pc:picChg>
      </pc:sldChg>
      <pc:sldChg chg="addSp delSp modSp new">
        <pc:chgData name="Samiksha Suresh Shelke" userId="S::samiksha.shelke@zensar.com::3b0fb047-e152-44c8-8a88-37bd955cc48b" providerId="AD" clId="Web-{6C167E01-6FB1-D2F5-A06D-CB1B3D5FBC0B}" dt="2025-06-04T09:33:03.350" v="46" actId="1076"/>
        <pc:sldMkLst>
          <pc:docMk/>
          <pc:sldMk cId="1880620328" sldId="261"/>
        </pc:sldMkLst>
        <pc:spChg chg="del">
          <ac:chgData name="Samiksha Suresh Shelke" userId="S::samiksha.shelke@zensar.com::3b0fb047-e152-44c8-8a88-37bd955cc48b" providerId="AD" clId="Web-{6C167E01-6FB1-D2F5-A06D-CB1B3D5FBC0B}" dt="2025-06-04T09:32:39.693" v="42"/>
          <ac:spMkLst>
            <pc:docMk/>
            <pc:sldMk cId="1880620328" sldId="261"/>
            <ac:spMk id="3" creationId="{915EBAA6-F26B-456D-2F22-F9814CCED0D2}"/>
          </ac:spMkLst>
        </pc:spChg>
        <pc:picChg chg="add mod ord">
          <ac:chgData name="Samiksha Suresh Shelke" userId="S::samiksha.shelke@zensar.com::3b0fb047-e152-44c8-8a88-37bd955cc48b" providerId="AD" clId="Web-{6C167E01-6FB1-D2F5-A06D-CB1B3D5FBC0B}" dt="2025-06-04T09:33:03.350" v="46" actId="1076"/>
          <ac:picMkLst>
            <pc:docMk/>
            <pc:sldMk cId="1880620328" sldId="261"/>
            <ac:picMk id="4" creationId="{9A7AE740-F366-98BF-3F54-D9203AF6F3DD}"/>
          </ac:picMkLst>
        </pc:picChg>
      </pc:sldChg>
      <pc:sldChg chg="modSp new">
        <pc:chgData name="Samiksha Suresh Shelke" userId="S::samiksha.shelke@zensar.com::3b0fb047-e152-44c8-8a88-37bd955cc48b" providerId="AD" clId="Web-{6C167E01-6FB1-D2F5-A06D-CB1B3D5FBC0B}" dt="2025-06-04T09:38:47.705" v="77" actId="20577"/>
        <pc:sldMkLst>
          <pc:docMk/>
          <pc:sldMk cId="3620948231" sldId="262"/>
        </pc:sldMkLst>
        <pc:spChg chg="mod">
          <ac:chgData name="Samiksha Suresh Shelke" userId="S::samiksha.shelke@zensar.com::3b0fb047-e152-44c8-8a88-37bd955cc48b" providerId="AD" clId="Web-{6C167E01-6FB1-D2F5-A06D-CB1B3D5FBC0B}" dt="2025-06-04T09:38:47.705" v="77" actId="20577"/>
          <ac:spMkLst>
            <pc:docMk/>
            <pc:sldMk cId="3620948231" sldId="262"/>
            <ac:spMk id="2" creationId="{DE6595D0-F1D9-BE6B-76B0-92E8D2FB125D}"/>
          </ac:spMkLst>
        </pc:spChg>
      </pc:sldChg>
      <pc:sldChg chg="addSp delSp modSp new del mod setBg">
        <pc:chgData name="Samiksha Suresh Shelke" userId="S::samiksha.shelke@zensar.com::3b0fb047-e152-44c8-8a88-37bd955cc48b" providerId="AD" clId="Web-{6C167E01-6FB1-D2F5-A06D-CB1B3D5FBC0B}" dt="2025-06-04T09:38:35.095" v="64"/>
        <pc:sldMkLst>
          <pc:docMk/>
          <pc:sldMk cId="3790009150" sldId="262"/>
        </pc:sldMkLst>
        <pc:spChg chg="mod">
          <ac:chgData name="Samiksha Suresh Shelke" userId="S::samiksha.shelke@zensar.com::3b0fb047-e152-44c8-8a88-37bd955cc48b" providerId="AD" clId="Web-{6C167E01-6FB1-D2F5-A06D-CB1B3D5FBC0B}" dt="2025-06-04T09:35:50.011" v="58"/>
          <ac:spMkLst>
            <pc:docMk/>
            <pc:sldMk cId="3790009150" sldId="262"/>
            <ac:spMk id="2" creationId="{23BD8B69-FE74-174F-1036-75D874C06DE2}"/>
          </ac:spMkLst>
        </pc:spChg>
        <pc:spChg chg="mod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3" creationId="{C1AB4AA1-35D8-7667-2F53-378E9C205CDA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5:49.996" v="57"/>
          <ac:spMkLst>
            <pc:docMk/>
            <pc:sldMk cId="3790009150" sldId="262"/>
            <ac:spMk id="8" creationId="{09588DA8-065E-4F6F-8EFD-43104AB2E0CF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5:49.996" v="57"/>
          <ac:spMkLst>
            <pc:docMk/>
            <pc:sldMk cId="3790009150" sldId="262"/>
            <ac:spMk id="10" creationId="{C4285719-470E-454C-AF62-8323075F1F5B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5:49.996" v="57"/>
          <ac:spMkLst>
            <pc:docMk/>
            <pc:sldMk cId="3790009150" sldId="262"/>
            <ac:spMk id="12" creationId="{CD9FE4EF-C4D8-49A0-B2FF-81D8DB7D8A24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5:49.996" v="57"/>
          <ac:spMkLst>
            <pc:docMk/>
            <pc:sldMk cId="3790009150" sldId="262"/>
            <ac:spMk id="14" creationId="{4300840D-0A0B-4512-BACA-B439D5B9C57C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5:49.996" v="57"/>
          <ac:spMkLst>
            <pc:docMk/>
            <pc:sldMk cId="3790009150" sldId="262"/>
            <ac:spMk id="16" creationId="{D2B78728-A580-49A7-84F9-6EF6F583ADE0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5:49.996" v="57"/>
          <ac:spMkLst>
            <pc:docMk/>
            <pc:sldMk cId="3790009150" sldId="262"/>
            <ac:spMk id="18" creationId="{38FAA1A1-D861-433F-88FA-1E9D6FD31D11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5:49.996" v="57"/>
          <ac:spMkLst>
            <pc:docMk/>
            <pc:sldMk cId="3790009150" sldId="262"/>
            <ac:spMk id="20" creationId="{8D71EDA1-87BF-4D5D-AB79-F346FD19278A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22" creationId="{1B15ED52-F352-441B-82BF-E0EA34836D08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23" creationId="{3B2E3793-BFE6-45A2-9B7B-E18844431C99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24" creationId="{BC4C4868-CB8F-4AF9-9CDB-8108F2C19B67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25" creationId="{375E0459-6403-40CD-989D-56A4407CA12E}"/>
          </ac:spMkLst>
        </pc:spChg>
        <pc:spChg chg="add del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26" creationId="{53E5B1A8-3AC9-4BD1-9BBC-78CA94F2D1BA}"/>
          </ac:spMkLst>
        </pc:spChg>
        <pc:spChg chg="add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31" creationId="{1B15ED52-F352-441B-82BF-E0EA34836D08}"/>
          </ac:spMkLst>
        </pc:spChg>
        <pc:spChg chg="add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33" creationId="{3B2E3793-BFE6-45A2-9B7B-E18844431C99}"/>
          </ac:spMkLst>
        </pc:spChg>
        <pc:spChg chg="add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35" creationId="{BC4C4868-CB8F-4AF9-9CDB-8108F2C19B67}"/>
          </ac:spMkLst>
        </pc:spChg>
        <pc:spChg chg="add">
          <ac:chgData name="Samiksha Suresh Shelke" userId="S::samiksha.shelke@zensar.com::3b0fb047-e152-44c8-8a88-37bd955cc48b" providerId="AD" clId="Web-{6C167E01-6FB1-D2F5-A06D-CB1B3D5FBC0B}" dt="2025-06-04T09:38:19.360" v="63"/>
          <ac:spMkLst>
            <pc:docMk/>
            <pc:sldMk cId="3790009150" sldId="262"/>
            <ac:spMk id="37" creationId="{375E0459-6403-40CD-989D-56A4407CA12E}"/>
          </ac:spMkLst>
        </pc:spChg>
      </pc:sldChg>
      <pc:sldChg chg="addSp modSp new">
        <pc:chgData name="Samiksha Suresh Shelke" userId="S::samiksha.shelke@zensar.com::3b0fb047-e152-44c8-8a88-37bd955cc48b" providerId="AD" clId="Web-{6C167E01-6FB1-D2F5-A06D-CB1B3D5FBC0B}" dt="2025-06-04T10:00:37.749" v="272" actId="14100"/>
        <pc:sldMkLst>
          <pc:docMk/>
          <pc:sldMk cId="2148048572" sldId="263"/>
        </pc:sldMkLst>
        <pc:spChg chg="mod">
          <ac:chgData name="Samiksha Suresh Shelke" userId="S::samiksha.shelke@zensar.com::3b0fb047-e152-44c8-8a88-37bd955cc48b" providerId="AD" clId="Web-{6C167E01-6FB1-D2F5-A06D-CB1B3D5FBC0B}" dt="2025-06-04T09:59:18.825" v="268" actId="20577"/>
          <ac:spMkLst>
            <pc:docMk/>
            <pc:sldMk cId="2148048572" sldId="263"/>
            <ac:spMk id="2" creationId="{3F5A0150-2088-32B1-D6A0-8651D7ACAA9D}"/>
          </ac:spMkLst>
        </pc:spChg>
        <pc:spChg chg="mod">
          <ac:chgData name="Samiksha Suresh Shelke" userId="S::samiksha.shelke@zensar.com::3b0fb047-e152-44c8-8a88-37bd955cc48b" providerId="AD" clId="Web-{6C167E01-6FB1-D2F5-A06D-CB1B3D5FBC0B}" dt="2025-06-04T09:57:10.289" v="263" actId="20577"/>
          <ac:spMkLst>
            <pc:docMk/>
            <pc:sldMk cId="2148048572" sldId="263"/>
            <ac:spMk id="3" creationId="{0879E9D3-1B74-652C-5F0C-06D137193D53}"/>
          </ac:spMkLst>
        </pc:spChg>
        <pc:cxnChg chg="add mod">
          <ac:chgData name="Samiksha Suresh Shelke" userId="S::samiksha.shelke@zensar.com::3b0fb047-e152-44c8-8a88-37bd955cc48b" providerId="AD" clId="Web-{6C167E01-6FB1-D2F5-A06D-CB1B3D5FBC0B}" dt="2025-06-04T10:00:37.749" v="272" actId="14100"/>
          <ac:cxnSpMkLst>
            <pc:docMk/>
            <pc:sldMk cId="2148048572" sldId="263"/>
            <ac:cxnSpMk id="4" creationId="{33503620-D5C0-D030-DD06-7D0FBB844550}"/>
          </ac:cxnSpMkLst>
        </pc:cxnChg>
      </pc:sldChg>
    </pc:docChg>
  </pc:docChgLst>
  <pc:docChgLst>
    <pc:chgData name="Samiksha Suresh Shelke" userId="S::samiksha.shelke@zensar.com::3b0fb047-e152-44c8-8a88-37bd955cc48b" providerId="AD" clId="Web-{467C6665-30ED-326A-C9BA-E86324D02EA9}"/>
    <pc:docChg chg="addSld modSld">
      <pc:chgData name="Samiksha Suresh Shelke" userId="S::samiksha.shelke@zensar.com::3b0fb047-e152-44c8-8a88-37bd955cc48b" providerId="AD" clId="Web-{467C6665-30ED-326A-C9BA-E86324D02EA9}" dt="2025-06-03T11:16:20.889" v="80"/>
      <pc:docMkLst>
        <pc:docMk/>
      </pc:docMkLst>
      <pc:sldChg chg="modSp">
        <pc:chgData name="Samiksha Suresh Shelke" userId="S::samiksha.shelke@zensar.com::3b0fb047-e152-44c8-8a88-37bd955cc48b" providerId="AD" clId="Web-{467C6665-30ED-326A-C9BA-E86324D02EA9}" dt="2025-06-03T10:30:17.397" v="8" actId="20577"/>
        <pc:sldMkLst>
          <pc:docMk/>
          <pc:sldMk cId="1685358557" sldId="258"/>
        </pc:sldMkLst>
        <pc:spChg chg="mod">
          <ac:chgData name="Samiksha Suresh Shelke" userId="S::samiksha.shelke@zensar.com::3b0fb047-e152-44c8-8a88-37bd955cc48b" providerId="AD" clId="Web-{467C6665-30ED-326A-C9BA-E86324D02EA9}" dt="2025-06-03T10:30:02.583" v="5" actId="1076"/>
          <ac:spMkLst>
            <pc:docMk/>
            <pc:sldMk cId="1685358557" sldId="258"/>
            <ac:spMk id="2" creationId="{EEA76CBC-D3F6-66FC-8C89-F3CC4A1DA505}"/>
          </ac:spMkLst>
        </pc:spChg>
        <pc:spChg chg="mod">
          <ac:chgData name="Samiksha Suresh Shelke" userId="S::samiksha.shelke@zensar.com::3b0fb047-e152-44c8-8a88-37bd955cc48b" providerId="AD" clId="Web-{467C6665-30ED-326A-C9BA-E86324D02EA9}" dt="2025-06-03T10:30:17.397" v="8" actId="20577"/>
          <ac:spMkLst>
            <pc:docMk/>
            <pc:sldMk cId="1685358557" sldId="258"/>
            <ac:spMk id="27" creationId="{CFF38DF7-261B-400F-C061-93E9DCD3EA56}"/>
          </ac:spMkLst>
        </pc:spChg>
      </pc:sldChg>
      <pc:sldChg chg="addSp delSp modSp new mod setBg">
        <pc:chgData name="Samiksha Suresh Shelke" userId="S::samiksha.shelke@zensar.com::3b0fb047-e152-44c8-8a88-37bd955cc48b" providerId="AD" clId="Web-{467C6665-30ED-326A-C9BA-E86324D02EA9}" dt="2025-06-03T11:16:02.029" v="79" actId="1076"/>
        <pc:sldMkLst>
          <pc:docMk/>
          <pc:sldMk cId="1696253597" sldId="259"/>
        </pc:sldMkLst>
        <pc:spChg chg="mod">
          <ac:chgData name="Samiksha Suresh Shelke" userId="S::samiksha.shelke@zensar.com::3b0fb047-e152-44c8-8a88-37bd955cc48b" providerId="AD" clId="Web-{467C6665-30ED-326A-C9BA-E86324D02EA9}" dt="2025-06-03T10:50:10.860" v="71"/>
          <ac:spMkLst>
            <pc:docMk/>
            <pc:sldMk cId="1696253597" sldId="259"/>
            <ac:spMk id="2" creationId="{CA192D86-E7CE-5262-EB85-674B6937E080}"/>
          </ac:spMkLst>
        </pc:spChg>
        <pc:spChg chg="del mod">
          <ac:chgData name="Samiksha Suresh Shelke" userId="S::samiksha.shelke@zensar.com::3b0fb047-e152-44c8-8a88-37bd955cc48b" providerId="AD" clId="Web-{467C6665-30ED-326A-C9BA-E86324D02EA9}" dt="2025-06-03T10:49:03.435" v="57"/>
          <ac:spMkLst>
            <pc:docMk/>
            <pc:sldMk cId="1696253597" sldId="259"/>
            <ac:spMk id="3" creationId="{BF47EBB1-C88F-8880-C5DF-D92C09BF619E}"/>
          </ac:spMkLst>
        </pc:spChg>
        <pc:spChg chg="add del">
          <ac:chgData name="Samiksha Suresh Shelke" userId="S::samiksha.shelke@zensar.com::3b0fb047-e152-44c8-8a88-37bd955cc48b" providerId="AD" clId="Web-{467C6665-30ED-326A-C9BA-E86324D02EA9}" dt="2025-06-03T10:49:50.031" v="64"/>
          <ac:spMkLst>
            <pc:docMk/>
            <pc:sldMk cId="1696253597" sldId="259"/>
            <ac:spMk id="8" creationId="{78EBADF0-11CB-8008-6104-B9B10F63BC7D}"/>
          </ac:spMkLst>
        </pc:spChg>
        <pc:spChg chg="add del">
          <ac:chgData name="Samiksha Suresh Shelke" userId="S::samiksha.shelke@zensar.com::3b0fb047-e152-44c8-8a88-37bd955cc48b" providerId="AD" clId="Web-{467C6665-30ED-326A-C9BA-E86324D02EA9}" dt="2025-06-03T10:49:50.031" v="64"/>
          <ac:spMkLst>
            <pc:docMk/>
            <pc:sldMk cId="1696253597" sldId="259"/>
            <ac:spMk id="11" creationId="{2B97F24A-32CE-4C1C-A50D-3016B394DCFB}"/>
          </ac:spMkLst>
        </pc:spChg>
        <pc:spChg chg="add del">
          <ac:chgData name="Samiksha Suresh Shelke" userId="S::samiksha.shelke@zensar.com::3b0fb047-e152-44c8-8a88-37bd955cc48b" providerId="AD" clId="Web-{467C6665-30ED-326A-C9BA-E86324D02EA9}" dt="2025-06-03T10:49:50.031" v="64"/>
          <ac:spMkLst>
            <pc:docMk/>
            <pc:sldMk cId="1696253597" sldId="259"/>
            <ac:spMk id="13" creationId="{6357EC4F-235E-4222-A36F-C7878ACE37F2}"/>
          </ac:spMkLst>
        </pc:spChg>
        <pc:spChg chg="add del">
          <ac:chgData name="Samiksha Suresh Shelke" userId="S::samiksha.shelke@zensar.com::3b0fb047-e152-44c8-8a88-37bd955cc48b" providerId="AD" clId="Web-{467C6665-30ED-326A-C9BA-E86324D02EA9}" dt="2025-06-03T10:50:06.391" v="68"/>
          <ac:spMkLst>
            <pc:docMk/>
            <pc:sldMk cId="1696253597" sldId="259"/>
            <ac:spMk id="17" creationId="{6753252F-4873-4F63-801D-CC719279A7D5}"/>
          </ac:spMkLst>
        </pc:spChg>
        <pc:spChg chg="add del">
          <ac:chgData name="Samiksha Suresh Shelke" userId="S::samiksha.shelke@zensar.com::3b0fb047-e152-44c8-8a88-37bd955cc48b" providerId="AD" clId="Web-{467C6665-30ED-326A-C9BA-E86324D02EA9}" dt="2025-06-03T10:50:06.391" v="68"/>
          <ac:spMkLst>
            <pc:docMk/>
            <pc:sldMk cId="1696253597" sldId="259"/>
            <ac:spMk id="18" creationId="{047C8CCB-F95D-4249-92DD-651249D3535A}"/>
          </ac:spMkLst>
        </pc:spChg>
        <pc:spChg chg="add del">
          <ac:chgData name="Samiksha Suresh Shelke" userId="S::samiksha.shelke@zensar.com::3b0fb047-e152-44c8-8a88-37bd955cc48b" providerId="AD" clId="Web-{467C6665-30ED-326A-C9BA-E86324D02EA9}" dt="2025-06-03T10:50:10.860" v="70"/>
          <ac:spMkLst>
            <pc:docMk/>
            <pc:sldMk cId="1696253597" sldId="259"/>
            <ac:spMk id="20" creationId="{A4AC5506-6312-4701-8D3C-40187889A947}"/>
          </ac:spMkLst>
        </pc:spChg>
        <pc:spChg chg="add">
          <ac:chgData name="Samiksha Suresh Shelke" userId="S::samiksha.shelke@zensar.com::3b0fb047-e152-44c8-8a88-37bd955cc48b" providerId="AD" clId="Web-{467C6665-30ED-326A-C9BA-E86324D02EA9}" dt="2025-06-03T10:50:10.860" v="71"/>
          <ac:spMkLst>
            <pc:docMk/>
            <pc:sldMk cId="1696253597" sldId="259"/>
            <ac:spMk id="22" creationId="{6753252F-4873-4F63-801D-CC719279A7D5}"/>
          </ac:spMkLst>
        </pc:spChg>
        <pc:spChg chg="add">
          <ac:chgData name="Samiksha Suresh Shelke" userId="S::samiksha.shelke@zensar.com::3b0fb047-e152-44c8-8a88-37bd955cc48b" providerId="AD" clId="Web-{467C6665-30ED-326A-C9BA-E86324D02EA9}" dt="2025-06-03T10:50:10.860" v="71"/>
          <ac:spMkLst>
            <pc:docMk/>
            <pc:sldMk cId="1696253597" sldId="259"/>
            <ac:spMk id="23" creationId="{047C8CCB-F95D-4249-92DD-651249D3535A}"/>
          </ac:spMkLst>
        </pc:spChg>
        <pc:grpChg chg="add del">
          <ac:chgData name="Samiksha Suresh Shelke" userId="S::samiksha.shelke@zensar.com::3b0fb047-e152-44c8-8a88-37bd955cc48b" providerId="AD" clId="Web-{467C6665-30ED-326A-C9BA-E86324D02EA9}" dt="2025-06-03T10:49:54.812" v="66"/>
          <ac:grpSpMkLst>
            <pc:docMk/>
            <pc:sldMk cId="1696253597" sldId="259"/>
            <ac:grpSpMk id="9" creationId="{BE6E7D98-3D55-80C4-C8EA-40EC70EB12A7}"/>
          </ac:grpSpMkLst>
        </pc:grpChg>
        <pc:picChg chg="add mod ord">
          <ac:chgData name="Samiksha Suresh Shelke" userId="S::samiksha.shelke@zensar.com::3b0fb047-e152-44c8-8a88-37bd955cc48b" providerId="AD" clId="Web-{467C6665-30ED-326A-C9BA-E86324D02EA9}" dt="2025-06-03T11:16:02.029" v="79" actId="1076"/>
          <ac:picMkLst>
            <pc:docMk/>
            <pc:sldMk cId="1696253597" sldId="259"/>
            <ac:picMk id="4" creationId="{F0102E1B-B81E-0727-3B09-75D1394F3D0A}"/>
          </ac:picMkLst>
        </pc:picChg>
      </pc:sldChg>
      <pc:sldChg chg="new">
        <pc:chgData name="Samiksha Suresh Shelke" userId="S::samiksha.shelke@zensar.com::3b0fb047-e152-44c8-8a88-37bd955cc48b" providerId="AD" clId="Web-{467C6665-30ED-326A-C9BA-E86324D02EA9}" dt="2025-06-03T11:16:20.889" v="80"/>
        <pc:sldMkLst>
          <pc:docMk/>
          <pc:sldMk cId="692152970" sldId="260"/>
        </pc:sldMkLst>
      </pc:sldChg>
    </pc:docChg>
  </pc:docChgLst>
  <pc:docChgLst>
    <pc:chgData name="Samiksha Suresh Shelke" userId="S::samiksha.shelke@zensar.com::3b0fb047-e152-44c8-8a88-37bd955cc48b" providerId="AD" clId="Web-{6A175BBD-0D61-5562-4E6B-DC8979AC3BB4}"/>
    <pc:docChg chg="addSld delSld modSld">
      <pc:chgData name="Samiksha Suresh Shelke" userId="S::samiksha.shelke@zensar.com::3b0fb047-e152-44c8-8a88-37bd955cc48b" providerId="AD" clId="Web-{6A175BBD-0D61-5562-4E6B-DC8979AC3BB4}" dt="2025-06-06T04:51:34.182" v="43"/>
      <pc:docMkLst>
        <pc:docMk/>
      </pc:docMkLst>
      <pc:sldChg chg="addSp delSp">
        <pc:chgData name="Samiksha Suresh Shelke" userId="S::samiksha.shelke@zensar.com::3b0fb047-e152-44c8-8a88-37bd955cc48b" providerId="AD" clId="Web-{6A175BBD-0D61-5562-4E6B-DC8979AC3BB4}" dt="2025-06-06T04:51:34.182" v="43"/>
        <pc:sldMkLst>
          <pc:docMk/>
          <pc:sldMk cId="692152970" sldId="260"/>
        </pc:sldMkLst>
        <pc:spChg chg="add del">
          <ac:chgData name="Samiksha Suresh Shelke" userId="S::samiksha.shelke@zensar.com::3b0fb047-e152-44c8-8a88-37bd955cc48b" providerId="AD" clId="Web-{6A175BBD-0D61-5562-4E6B-DC8979AC3BB4}" dt="2025-06-06T04:50:06.098" v="38"/>
          <ac:spMkLst>
            <pc:docMk/>
            <pc:sldMk cId="692152970" sldId="260"/>
            <ac:spMk id="3" creationId="{F4869413-4C51-8271-2AB3-6133D0F38092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50:17.286" v="40"/>
          <ac:spMkLst>
            <pc:docMk/>
            <pc:sldMk cId="692152970" sldId="260"/>
            <ac:spMk id="7" creationId="{C77FBD7A-044C-D2ED-43E0-B3AB4C8DD59B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50:46.788" v="42"/>
          <ac:spMkLst>
            <pc:docMk/>
            <pc:sldMk cId="692152970" sldId="260"/>
            <ac:spMk id="8" creationId="{A94196DC-AFCE-5916-9D87-8ECCED447BFC}"/>
          </ac:spMkLst>
        </pc:spChg>
        <pc:spChg chg="add">
          <ac:chgData name="Samiksha Suresh Shelke" userId="S::samiksha.shelke@zensar.com::3b0fb047-e152-44c8-8a88-37bd955cc48b" providerId="AD" clId="Web-{6A175BBD-0D61-5562-4E6B-DC8979AC3BB4}" dt="2025-06-06T04:51:34.182" v="43"/>
          <ac:spMkLst>
            <pc:docMk/>
            <pc:sldMk cId="692152970" sldId="260"/>
            <ac:spMk id="9" creationId="{1DDFF69E-7758-69DE-E37F-7CFEC8D5CFAC}"/>
          </ac:spMkLst>
        </pc:spChg>
      </pc:sldChg>
      <pc:sldChg chg="addSp delSp modSp new del mod setBg">
        <pc:chgData name="Samiksha Suresh Shelke" userId="S::samiksha.shelke@zensar.com::3b0fb047-e152-44c8-8a88-37bd955cc48b" providerId="AD" clId="Web-{6A175BBD-0D61-5562-4E6B-DC8979AC3BB4}" dt="2025-06-06T04:32:37.529" v="16"/>
        <pc:sldMkLst>
          <pc:docMk/>
          <pc:sldMk cId="868916301" sldId="268"/>
        </pc:sldMkLst>
        <pc:spChg chg="add del">
          <ac:chgData name="Samiksha Suresh Shelke" userId="S::samiksha.shelke@zensar.com::3b0fb047-e152-44c8-8a88-37bd955cc48b" providerId="AD" clId="Web-{6A175BBD-0D61-5562-4E6B-DC8979AC3BB4}" dt="2025-06-06T04:31:23.495" v="8"/>
          <ac:spMkLst>
            <pc:docMk/>
            <pc:sldMk cId="868916301" sldId="268"/>
            <ac:spMk id="2" creationId="{276599D1-C5B3-0AF8-2B54-A94B9FE615B6}"/>
          </ac:spMkLst>
        </pc:spChg>
        <pc:spChg chg="del">
          <ac:chgData name="Samiksha Suresh Shelke" userId="S::samiksha.shelke@zensar.com::3b0fb047-e152-44c8-8a88-37bd955cc48b" providerId="AD" clId="Web-{6A175BBD-0D61-5562-4E6B-DC8979AC3BB4}" dt="2025-06-06T04:30:08.445" v="1"/>
          <ac:spMkLst>
            <pc:docMk/>
            <pc:sldMk cId="868916301" sldId="268"/>
            <ac:spMk id="3" creationId="{58E4D520-7CB7-D6AE-FBD4-FABC0E829D9C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1:23.495" v="7"/>
          <ac:spMkLst>
            <pc:docMk/>
            <pc:sldMk cId="868916301" sldId="268"/>
            <ac:spMk id="8" creationId="{D42BCF4F-0B90-171F-493A-98926995C0B0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0:17.133" v="3"/>
          <ac:spMkLst>
            <pc:docMk/>
            <pc:sldMk cId="868916301" sldId="268"/>
            <ac:spMk id="9" creationId="{32BC26D8-82FB-445E-AA49-62A77D7C1EE0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0:17.133" v="3"/>
          <ac:spMkLst>
            <pc:docMk/>
            <pc:sldMk cId="868916301" sldId="268"/>
            <ac:spMk id="11" creationId="{CB44330D-EA18-4254-AA95-EB49948539B8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0:51.916" v="5"/>
          <ac:spMkLst>
            <pc:docMk/>
            <pc:sldMk cId="868916301" sldId="268"/>
            <ac:spMk id="13" creationId="{2633B3B5-CC90-43F0-8714-D31D1F3F0209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0:51.916" v="5"/>
          <ac:spMkLst>
            <pc:docMk/>
            <pc:sldMk cId="868916301" sldId="268"/>
            <ac:spMk id="14" creationId="{AB8C311F-7253-4AED-9701-7FC0708C41C7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0:51.916" v="5"/>
          <ac:spMkLst>
            <pc:docMk/>
            <pc:sldMk cId="868916301" sldId="268"/>
            <ac:spMk id="15" creationId="{A8D57A06-A426-446D-B02C-A2DC6B62E45E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0:51.916" v="5"/>
          <ac:spMkLst>
            <pc:docMk/>
            <pc:sldMk cId="868916301" sldId="268"/>
            <ac:spMk id="16" creationId="{E2384209-CB15-4CDF-9D31-C44FD9A3F20D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1:23.495" v="7"/>
          <ac:spMkLst>
            <pc:docMk/>
            <pc:sldMk cId="868916301" sldId="268"/>
            <ac:spMk id="18" creationId="{276599D1-C5B3-0AF8-2B54-A94B9FE615B6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1:56.043" v="12"/>
          <ac:spMkLst>
            <pc:docMk/>
            <pc:sldMk cId="868916301" sldId="268"/>
            <ac:spMk id="22" creationId="{6753252F-4873-4F63-801D-CC719279A7D5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1:56.043" v="12"/>
          <ac:spMkLst>
            <pc:docMk/>
            <pc:sldMk cId="868916301" sldId="268"/>
            <ac:spMk id="23" creationId="{047C8CCB-F95D-4249-92DD-651249D3535A}"/>
          </ac:spMkLst>
        </pc:spChg>
        <pc:spChg chg="add del">
          <ac:chgData name="Samiksha Suresh Shelke" userId="S::samiksha.shelke@zensar.com::3b0fb047-e152-44c8-8a88-37bd955cc48b" providerId="AD" clId="Web-{6A175BBD-0D61-5562-4E6B-DC8979AC3BB4}" dt="2025-06-06T04:31:56.043" v="12"/>
          <ac:spMkLst>
            <pc:docMk/>
            <pc:sldMk cId="868916301" sldId="268"/>
            <ac:spMk id="24" creationId="{276599D1-C5B3-0AF8-2B54-A94B9FE615B6}"/>
          </ac:spMkLst>
        </pc:spChg>
        <pc:spChg chg="add">
          <ac:chgData name="Samiksha Suresh Shelke" userId="S::samiksha.shelke@zensar.com::3b0fb047-e152-44c8-8a88-37bd955cc48b" providerId="AD" clId="Web-{6A175BBD-0D61-5562-4E6B-DC8979AC3BB4}" dt="2025-06-06T04:31:56.043" v="12"/>
          <ac:spMkLst>
            <pc:docMk/>
            <pc:sldMk cId="868916301" sldId="268"/>
            <ac:spMk id="29" creationId="{32BC26D8-82FB-445E-AA49-62A77D7C1EE0}"/>
          </ac:spMkLst>
        </pc:spChg>
        <pc:spChg chg="add">
          <ac:chgData name="Samiksha Suresh Shelke" userId="S::samiksha.shelke@zensar.com::3b0fb047-e152-44c8-8a88-37bd955cc48b" providerId="AD" clId="Web-{6A175BBD-0D61-5562-4E6B-DC8979AC3BB4}" dt="2025-06-06T04:31:56.043" v="12"/>
          <ac:spMkLst>
            <pc:docMk/>
            <pc:sldMk cId="868916301" sldId="268"/>
            <ac:spMk id="31" creationId="{CB44330D-EA18-4254-AA95-EB49948539B8}"/>
          </ac:spMkLst>
        </pc:spChg>
        <pc:grpChg chg="add del">
          <ac:chgData name="Samiksha Suresh Shelke" userId="S::samiksha.shelke@zensar.com::3b0fb047-e152-44c8-8a88-37bd955cc48b" providerId="AD" clId="Web-{6A175BBD-0D61-5562-4E6B-DC8979AC3BB4}" dt="2025-06-06T04:31:23.495" v="7"/>
          <ac:grpSpMkLst>
            <pc:docMk/>
            <pc:sldMk cId="868916301" sldId="268"/>
            <ac:grpSpMk id="19" creationId="{6258F736-B256-8039-9DC6-F4E49A5C5AD5}"/>
          </ac:grpSpMkLst>
        </pc:grpChg>
        <pc:picChg chg="add mod ord">
          <ac:chgData name="Samiksha Suresh Shelke" userId="S::samiksha.shelke@zensar.com::3b0fb047-e152-44c8-8a88-37bd955cc48b" providerId="AD" clId="Web-{6A175BBD-0D61-5562-4E6B-DC8979AC3BB4}" dt="2025-06-06T04:32:31.623" v="15"/>
          <ac:picMkLst>
            <pc:docMk/>
            <pc:sldMk cId="868916301" sldId="268"/>
            <ac:picMk id="4" creationId="{BB48A27F-46B2-701D-3D09-2EFA55D1A4BB}"/>
          </ac:picMkLst>
        </pc:picChg>
      </pc:sldChg>
      <pc:sldChg chg="addSp delSp modSp new">
        <pc:chgData name="Samiksha Suresh Shelke" userId="S::samiksha.shelke@zensar.com::3b0fb047-e152-44c8-8a88-37bd955cc48b" providerId="AD" clId="Web-{6A175BBD-0D61-5562-4E6B-DC8979AC3BB4}" dt="2025-06-06T04:33:43.735" v="36" actId="20577"/>
        <pc:sldMkLst>
          <pc:docMk/>
          <pc:sldMk cId="1883204722" sldId="268"/>
        </pc:sldMkLst>
        <pc:spChg chg="mod">
          <ac:chgData name="Samiksha Suresh Shelke" userId="S::samiksha.shelke@zensar.com::3b0fb047-e152-44c8-8a88-37bd955cc48b" providerId="AD" clId="Web-{6A175BBD-0D61-5562-4E6B-DC8979AC3BB4}" dt="2025-06-06T04:33:43.735" v="36" actId="20577"/>
          <ac:spMkLst>
            <pc:docMk/>
            <pc:sldMk cId="1883204722" sldId="268"/>
            <ac:spMk id="2" creationId="{70E9D55B-0150-60E7-C850-BB11B18EFDE3}"/>
          </ac:spMkLst>
        </pc:spChg>
        <pc:spChg chg="del">
          <ac:chgData name="Samiksha Suresh Shelke" userId="S::samiksha.shelke@zensar.com::3b0fb047-e152-44c8-8a88-37bd955cc48b" providerId="AD" clId="Web-{6A175BBD-0D61-5562-4E6B-DC8979AC3BB4}" dt="2025-06-06T04:32:51.014" v="18"/>
          <ac:spMkLst>
            <pc:docMk/>
            <pc:sldMk cId="1883204722" sldId="268"/>
            <ac:spMk id="3" creationId="{0442CE80-5CA1-F05A-F318-98968AE865AF}"/>
          </ac:spMkLst>
        </pc:spChg>
        <pc:picChg chg="add mod ord">
          <ac:chgData name="Samiksha Suresh Shelke" userId="S::samiksha.shelke@zensar.com::3b0fb047-e152-44c8-8a88-37bd955cc48b" providerId="AD" clId="Web-{6A175BBD-0D61-5562-4E6B-DC8979AC3BB4}" dt="2025-06-06T04:33:31.437" v="25" actId="14100"/>
          <ac:picMkLst>
            <pc:docMk/>
            <pc:sldMk cId="1883204722" sldId="268"/>
            <ac:picMk id="4" creationId="{1858663C-D121-093C-F04E-EE04207ACACA}"/>
          </ac:picMkLst>
        </pc:picChg>
      </pc:sldChg>
    </pc:docChg>
  </pc:docChgLst>
  <pc:docChgLst>
    <pc:chgData name="Samiksha Suresh Shelke" userId="S::samiksha.shelke@zensar.com::3b0fb047-e152-44c8-8a88-37bd955cc48b" providerId="AD" clId="Web-{833BE2F8-6569-97CB-3E4E-FE62D52902CF}"/>
    <pc:docChg chg="addSld delSld modSld">
      <pc:chgData name="Samiksha Suresh Shelke" userId="S::samiksha.shelke@zensar.com::3b0fb047-e152-44c8-8a88-37bd955cc48b" providerId="AD" clId="Web-{833BE2F8-6569-97CB-3E4E-FE62D52902CF}" dt="2025-06-03T10:26:27.303" v="232"/>
      <pc:docMkLst>
        <pc:docMk/>
      </pc:docMkLst>
      <pc:sldChg chg="delSp modSp del">
        <pc:chgData name="Samiksha Suresh Shelke" userId="S::samiksha.shelke@zensar.com::3b0fb047-e152-44c8-8a88-37bd955cc48b" providerId="AD" clId="Web-{833BE2F8-6569-97CB-3E4E-FE62D52902CF}" dt="2025-06-03T09:58:44.806" v="139"/>
        <pc:sldMkLst>
          <pc:docMk/>
          <pc:sldMk cId="109857222" sldId="256"/>
        </pc:sldMkLst>
        <pc:spChg chg="mod">
          <ac:chgData name="Samiksha Suresh Shelke" userId="S::samiksha.shelke@zensar.com::3b0fb047-e152-44c8-8a88-37bd955cc48b" providerId="AD" clId="Web-{833BE2F8-6569-97CB-3E4E-FE62D52902CF}" dt="2025-06-03T09:20:04.176" v="16" actId="1076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Samiksha Suresh Shelke" userId="S::samiksha.shelke@zensar.com::3b0fb047-e152-44c8-8a88-37bd955cc48b" providerId="AD" clId="Web-{833BE2F8-6569-97CB-3E4E-FE62D52902CF}" dt="2025-06-03T09:19:51.457" v="15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Samiksha Suresh Shelke" userId="S::samiksha.shelke@zensar.com::3b0fb047-e152-44c8-8a88-37bd955cc48b" providerId="AD" clId="Web-{833BE2F8-6569-97CB-3E4E-FE62D52902CF}" dt="2025-06-03T10:24:11.032" v="223" actId="14100"/>
        <pc:sldMkLst>
          <pc:docMk/>
          <pc:sldMk cId="313811937" sldId="257"/>
        </pc:sldMkLst>
        <pc:spChg chg="mod">
          <ac:chgData name="Samiksha Suresh Shelke" userId="S::samiksha.shelke@zensar.com::3b0fb047-e152-44c8-8a88-37bd955cc48b" providerId="AD" clId="Web-{833BE2F8-6569-97CB-3E4E-FE62D52902CF}" dt="2025-06-03T09:57:41.460" v="128" actId="20577"/>
          <ac:spMkLst>
            <pc:docMk/>
            <pc:sldMk cId="313811937" sldId="257"/>
            <ac:spMk id="2" creationId="{3A8D5A83-72CF-9070-125F-3A62D58EBB50}"/>
          </ac:spMkLst>
        </pc:spChg>
        <pc:spChg chg="mod">
          <ac:chgData name="Samiksha Suresh Shelke" userId="S::samiksha.shelke@zensar.com::3b0fb047-e152-44c8-8a88-37bd955cc48b" providerId="AD" clId="Web-{833BE2F8-6569-97CB-3E4E-FE62D52902CF}" dt="2025-06-03T09:58:36.368" v="138" actId="20577"/>
          <ac:spMkLst>
            <pc:docMk/>
            <pc:sldMk cId="313811937" sldId="257"/>
            <ac:spMk id="3" creationId="{3DD1D5CB-B125-BC36-3C4B-23E50E7FE23B}"/>
          </ac:spMkLst>
        </pc:spChg>
        <pc:picChg chg="add del mod">
          <ac:chgData name="Samiksha Suresh Shelke" userId="S::samiksha.shelke@zensar.com::3b0fb047-e152-44c8-8a88-37bd955cc48b" providerId="AD" clId="Web-{833BE2F8-6569-97CB-3E4E-FE62D52902CF}" dt="2025-06-03T10:23:36.437" v="219"/>
          <ac:picMkLst>
            <pc:docMk/>
            <pc:sldMk cId="313811937" sldId="257"/>
            <ac:picMk id="24" creationId="{86004FE7-B0D4-9607-6B9A-BBCF24D4E4B0}"/>
          </ac:picMkLst>
        </pc:picChg>
        <pc:picChg chg="add mod">
          <ac:chgData name="Samiksha Suresh Shelke" userId="S::samiksha.shelke@zensar.com::3b0fb047-e152-44c8-8a88-37bd955cc48b" providerId="AD" clId="Web-{833BE2F8-6569-97CB-3E4E-FE62D52902CF}" dt="2025-06-03T10:24:11.032" v="223" actId="14100"/>
          <ac:picMkLst>
            <pc:docMk/>
            <pc:sldMk cId="313811937" sldId="257"/>
            <ac:picMk id="25" creationId="{C901B4D8-8A23-033B-421A-F329F7DC8A40}"/>
          </ac:picMkLst>
        </pc:picChg>
        <pc:inkChg chg="add del">
          <ac:chgData name="Samiksha Suresh Shelke" userId="S::samiksha.shelke@zensar.com::3b0fb047-e152-44c8-8a88-37bd955cc48b" providerId="AD" clId="Web-{833BE2F8-6569-97CB-3E4E-FE62D52902CF}" dt="2025-06-03T09:27:23.864" v="60"/>
          <ac:inkMkLst>
            <pc:docMk/>
            <pc:sldMk cId="313811937" sldId="257"/>
            <ac:inkMk id="4" creationId="{85F613E7-00C0-CFFA-328A-47BA9D246DA8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29:04.992" v="63"/>
          <ac:inkMkLst>
            <pc:docMk/>
            <pc:sldMk cId="313811937" sldId="257"/>
            <ac:inkMk id="6" creationId="{D8936658-3454-E7E4-525F-E40E1E52824C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29:10.368" v="65"/>
          <ac:inkMkLst>
            <pc:docMk/>
            <pc:sldMk cId="313811937" sldId="257"/>
            <ac:inkMk id="7" creationId="{B7A3C7FF-85E9-8B4E-DDA4-2D7305D36415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29:54.963" v="71"/>
          <ac:inkMkLst>
            <pc:docMk/>
            <pc:sldMk cId="313811937" sldId="257"/>
            <ac:inkMk id="8" creationId="{801B158C-D36F-306F-7E6C-C943DB8341FB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29:45.369" v="68"/>
          <ac:inkMkLst>
            <pc:docMk/>
            <pc:sldMk cId="313811937" sldId="257"/>
            <ac:inkMk id="9" creationId="{37F95421-B8E7-4C62-D474-F49867748F3F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29:53.916" v="70"/>
          <ac:inkMkLst>
            <pc:docMk/>
            <pc:sldMk cId="313811937" sldId="257"/>
            <ac:inkMk id="10" creationId="{36919530-9343-7052-D2AB-605B56DFF8F7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0:07.901" v="79"/>
          <ac:inkMkLst>
            <pc:docMk/>
            <pc:sldMk cId="313811937" sldId="257"/>
            <ac:inkMk id="11" creationId="{D725F2B7-BF5F-D6D6-1AB7-6829E297529F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0:04.979" v="78"/>
          <ac:inkMkLst>
            <pc:docMk/>
            <pc:sldMk cId="313811937" sldId="257"/>
            <ac:inkMk id="12" creationId="{8065153B-FF0D-0BA5-9091-FCA600F5B815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0:04.510" v="77"/>
          <ac:inkMkLst>
            <pc:docMk/>
            <pc:sldMk cId="313811937" sldId="257"/>
            <ac:inkMk id="13" creationId="{D71F8E8A-8567-3514-2A8D-618606386FC6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0:03.385" v="76"/>
          <ac:inkMkLst>
            <pc:docMk/>
            <pc:sldMk cId="313811937" sldId="257"/>
            <ac:inkMk id="14" creationId="{63822766-6078-8AC0-1CBF-DC18054BB63D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0:14.120" v="81"/>
          <ac:inkMkLst>
            <pc:docMk/>
            <pc:sldMk cId="313811937" sldId="257"/>
            <ac:inkMk id="15" creationId="{199529D8-EE73-3D75-82CD-4CB51E5A0F60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0:21.573" v="83"/>
          <ac:inkMkLst>
            <pc:docMk/>
            <pc:sldMk cId="313811937" sldId="257"/>
            <ac:inkMk id="16" creationId="{2AA89DDD-EFE8-CD7C-3BAC-E17547100254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0:29.136" v="85"/>
          <ac:inkMkLst>
            <pc:docMk/>
            <pc:sldMk cId="313811937" sldId="257"/>
            <ac:inkMk id="17" creationId="{06C42CF5-0FB7-C45E-A13B-504109C7C296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1:22.716" v="97"/>
          <ac:inkMkLst>
            <pc:docMk/>
            <pc:sldMk cId="313811937" sldId="257"/>
            <ac:inkMk id="18" creationId="{A3A9423F-503B-09C9-9A12-4FC8741889C7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1:02.075" v="89"/>
          <ac:inkMkLst>
            <pc:docMk/>
            <pc:sldMk cId="313811937" sldId="257"/>
            <ac:inkMk id="20" creationId="{6A0633AF-63E5-02B9-6F3E-3365692F5D48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1:22.263" v="96"/>
          <ac:inkMkLst>
            <pc:docMk/>
            <pc:sldMk cId="313811937" sldId="257"/>
            <ac:inkMk id="21" creationId="{0ED5DC89-25DB-D24C-04CA-53007FEFF7D0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1:21.747" v="95"/>
          <ac:inkMkLst>
            <pc:docMk/>
            <pc:sldMk cId="313811937" sldId="257"/>
            <ac:inkMk id="22" creationId="{34628ADB-E996-E1D2-C544-D1F6E2D71288}"/>
          </ac:inkMkLst>
        </pc:inkChg>
        <pc:inkChg chg="add del">
          <ac:chgData name="Samiksha Suresh Shelke" userId="S::samiksha.shelke@zensar.com::3b0fb047-e152-44c8-8a88-37bd955cc48b" providerId="AD" clId="Web-{833BE2F8-6569-97CB-3E4E-FE62D52902CF}" dt="2025-06-03T09:31:20.513" v="94"/>
          <ac:inkMkLst>
            <pc:docMk/>
            <pc:sldMk cId="313811937" sldId="257"/>
            <ac:inkMk id="23" creationId="{3DB86E19-7363-B492-578E-FA0D052F68EE}"/>
          </ac:inkMkLst>
        </pc:inkChg>
        <pc:cxnChg chg="add mod">
          <ac:chgData name="Samiksha Suresh Shelke" userId="S::samiksha.shelke@zensar.com::3b0fb047-e152-44c8-8a88-37bd955cc48b" providerId="AD" clId="Web-{833BE2F8-6569-97CB-3E4E-FE62D52902CF}" dt="2025-06-03T09:51:42.213" v="111" actId="14100"/>
          <ac:cxnSpMkLst>
            <pc:docMk/>
            <pc:sldMk cId="313811937" sldId="257"/>
            <ac:cxnSpMk id="5" creationId="{0C9C52C6-1C17-083E-3F57-CD007FF1B2F0}"/>
          </ac:cxnSpMkLst>
        </pc:cxnChg>
        <pc:cxnChg chg="add del">
          <ac:chgData name="Samiksha Suresh Shelke" userId="S::samiksha.shelke@zensar.com::3b0fb047-e152-44c8-8a88-37bd955cc48b" providerId="AD" clId="Web-{833BE2F8-6569-97CB-3E4E-FE62D52902CF}" dt="2025-06-03T09:31:05.169" v="90"/>
          <ac:cxnSpMkLst>
            <pc:docMk/>
            <pc:sldMk cId="313811937" sldId="257"/>
            <ac:cxnSpMk id="19" creationId="{8BAA10DE-5592-DB7C-246B-F4FAF919D7BE}"/>
          </ac:cxnSpMkLst>
        </pc:cxnChg>
      </pc:sldChg>
      <pc:sldChg chg="addSp delSp modSp new mod setBg">
        <pc:chgData name="Samiksha Suresh Shelke" userId="S::samiksha.shelke@zensar.com::3b0fb047-e152-44c8-8a88-37bd955cc48b" providerId="AD" clId="Web-{833BE2F8-6569-97CB-3E4E-FE62D52902CF}" dt="2025-06-03T10:26:27.303" v="232"/>
        <pc:sldMkLst>
          <pc:docMk/>
          <pc:sldMk cId="1685358557" sldId="258"/>
        </pc:sldMkLst>
        <pc:spChg chg="mod">
          <ac:chgData name="Samiksha Suresh Shelke" userId="S::samiksha.shelke@zensar.com::3b0fb047-e152-44c8-8a88-37bd955cc48b" providerId="AD" clId="Web-{833BE2F8-6569-97CB-3E4E-FE62D52902CF}" dt="2025-06-03T10:18:03.347" v="211"/>
          <ac:spMkLst>
            <pc:docMk/>
            <pc:sldMk cId="1685358557" sldId="258"/>
            <ac:spMk id="2" creationId="{EEA76CBC-D3F6-66FC-8C89-F3CC4A1DA505}"/>
          </ac:spMkLst>
        </pc:spChg>
        <pc:spChg chg="add del mod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3" creationId="{CFF38DF7-261B-400F-C061-93E9DCD3EA56}"/>
          </ac:spMkLst>
        </pc:spChg>
        <pc:spChg chg="add">
          <ac:chgData name="Samiksha Suresh Shelke" userId="S::samiksha.shelke@zensar.com::3b0fb047-e152-44c8-8a88-37bd955cc48b" providerId="AD" clId="Web-{833BE2F8-6569-97CB-3E4E-FE62D52902CF}" dt="2025-06-03T10:18:03.347" v="211"/>
          <ac:spMkLst>
            <pc:docMk/>
            <pc:sldMk cId="1685358557" sldId="258"/>
            <ac:spMk id="9" creationId="{12609869-9E80-471B-A487-A53288E0E791}"/>
          </ac:spMkLst>
        </pc:spChg>
        <pc:spChg chg="add">
          <ac:chgData name="Samiksha Suresh Shelke" userId="S::samiksha.shelke@zensar.com::3b0fb047-e152-44c8-8a88-37bd955cc48b" providerId="AD" clId="Web-{833BE2F8-6569-97CB-3E4E-FE62D52902CF}" dt="2025-06-03T10:18:03.347" v="211"/>
          <ac:spMkLst>
            <pc:docMk/>
            <pc:sldMk cId="1685358557" sldId="258"/>
            <ac:spMk id="11" creationId="{7004738A-9D34-43E8-97D2-CA0EED4F8BE0}"/>
          </ac:spMkLst>
        </pc:spChg>
        <pc:spChg chg="add del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13" creationId="{B8B8D07F-F13E-443E-BA68-2D26672D76B9}"/>
          </ac:spMkLst>
        </pc:spChg>
        <pc:spChg chg="add del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15" creationId="{2813A4FA-24A5-41ED-A534-3807D1B2F344}"/>
          </ac:spMkLst>
        </pc:spChg>
        <pc:spChg chg="add del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17" creationId="{C3944F27-CA70-4E84-A51A-E6BF89558979}"/>
          </ac:spMkLst>
        </pc:spChg>
        <pc:spChg chg="add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22" creationId="{12609869-9E80-471B-A487-A53288E0E791}"/>
          </ac:spMkLst>
        </pc:spChg>
        <pc:spChg chg="add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24" creationId="{7004738A-9D34-43E8-97D2-CA0EED4F8BE0}"/>
          </ac:spMkLst>
        </pc:spChg>
        <pc:spChg chg="add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26" creationId="{B8B8D07F-F13E-443E-BA68-2D26672D76B9}"/>
          </ac:spMkLst>
        </pc:spChg>
        <pc:spChg chg="add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27" creationId="{CFF38DF7-261B-400F-C061-93E9DCD3EA56}"/>
          </ac:spMkLst>
        </pc:spChg>
        <pc:spChg chg="add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28" creationId="{2813A4FA-24A5-41ED-A534-3807D1B2F344}"/>
          </ac:spMkLst>
        </pc:spChg>
        <pc:spChg chg="add">
          <ac:chgData name="Samiksha Suresh Shelke" userId="S::samiksha.shelke@zensar.com::3b0fb047-e152-44c8-8a88-37bd955cc48b" providerId="AD" clId="Web-{833BE2F8-6569-97CB-3E4E-FE62D52902CF}" dt="2025-06-03T10:26:27.303" v="232"/>
          <ac:spMkLst>
            <pc:docMk/>
            <pc:sldMk cId="1685358557" sldId="258"/>
            <ac:spMk id="30" creationId="{C3944F27-CA70-4E84-A51A-E6BF89558979}"/>
          </ac:spMkLst>
        </pc:spChg>
        <pc:graphicFrameChg chg="add del">
          <ac:chgData name="Samiksha Suresh Shelke" userId="S::samiksha.shelke@zensar.com::3b0fb047-e152-44c8-8a88-37bd955cc48b" providerId="AD" clId="Web-{833BE2F8-6569-97CB-3E4E-FE62D52902CF}" dt="2025-06-03T10:25:40.223" v="225"/>
          <ac:graphicFrameMkLst>
            <pc:docMk/>
            <pc:sldMk cId="1685358557" sldId="258"/>
            <ac:graphicFrameMk id="19" creationId="{1D3A8F83-7F0E-B9EB-1766-08AD1015FA5E}"/>
          </ac:graphicFrameMkLst>
        </pc:graphicFrameChg>
        <pc:graphicFrameChg chg="add del">
          <ac:chgData name="Samiksha Suresh Shelke" userId="S::samiksha.shelke@zensar.com::3b0fb047-e152-44c8-8a88-37bd955cc48b" providerId="AD" clId="Web-{833BE2F8-6569-97CB-3E4E-FE62D52902CF}" dt="2025-06-03T10:25:49.754" v="227"/>
          <ac:graphicFrameMkLst>
            <pc:docMk/>
            <pc:sldMk cId="1685358557" sldId="258"/>
            <ac:graphicFrameMk id="21" creationId="{7CB25487-5D23-012F-FC37-69646B819B21}"/>
          </ac:graphicFrameMkLst>
        </pc:graphicFrameChg>
        <pc:graphicFrameChg chg="add del">
          <ac:chgData name="Samiksha Suresh Shelke" userId="S::samiksha.shelke@zensar.com::3b0fb047-e152-44c8-8a88-37bd955cc48b" providerId="AD" clId="Web-{833BE2F8-6569-97CB-3E4E-FE62D52902CF}" dt="2025-06-03T10:26:18.412" v="229"/>
          <ac:graphicFrameMkLst>
            <pc:docMk/>
            <pc:sldMk cId="1685358557" sldId="258"/>
            <ac:graphicFrameMk id="23" creationId="{B43E3104-E177-D8C9-CCCD-0AB396C6D132}"/>
          </ac:graphicFrameMkLst>
        </pc:graphicFrameChg>
        <pc:graphicFrameChg chg="add del">
          <ac:chgData name="Samiksha Suresh Shelke" userId="S::samiksha.shelke@zensar.com::3b0fb047-e152-44c8-8a88-37bd955cc48b" providerId="AD" clId="Web-{833BE2F8-6569-97CB-3E4E-FE62D52902CF}" dt="2025-06-03T10:26:27.303" v="231"/>
          <ac:graphicFrameMkLst>
            <pc:docMk/>
            <pc:sldMk cId="1685358557" sldId="258"/>
            <ac:graphicFrameMk id="25" creationId="{7CB25487-5D23-012F-FC37-69646B819B21}"/>
          </ac:graphicFrameMkLst>
        </pc:graphicFrameChg>
        <pc:picChg chg="add mod">
          <ac:chgData name="Samiksha Suresh Shelke" userId="S::samiksha.shelke@zensar.com::3b0fb047-e152-44c8-8a88-37bd955cc48b" providerId="AD" clId="Web-{833BE2F8-6569-97CB-3E4E-FE62D52902CF}" dt="2025-06-03T10:18:03.347" v="211"/>
          <ac:picMkLst>
            <pc:docMk/>
            <pc:sldMk cId="1685358557" sldId="258"/>
            <ac:picMk id="4" creationId="{0B166BD2-FB1F-1EF7-C3A7-61EC50BBEED6}"/>
          </ac:picMkLst>
        </pc:picChg>
      </pc:sldChg>
    </pc:docChg>
  </pc:docChgLst>
  <pc:docChgLst>
    <pc:chgData name="Samiksha Suresh Shelke" userId="S::samiksha.shelke@zensar.com::3b0fb047-e152-44c8-8a88-37bd955cc48b" providerId="AD" clId="Web-{617C2FD1-5135-C0E9-FAC0-E9694C8894A5}"/>
    <pc:docChg chg="delSld">
      <pc:chgData name="Samiksha Suresh Shelke" userId="S::samiksha.shelke@zensar.com::3b0fb047-e152-44c8-8a88-37bd955cc48b" providerId="AD" clId="Web-{617C2FD1-5135-C0E9-FAC0-E9694C8894A5}" dt="2025-06-05T09:45:56.190" v="0"/>
      <pc:docMkLst>
        <pc:docMk/>
      </pc:docMkLst>
      <pc:sldChg chg="del">
        <pc:chgData name="Samiksha Suresh Shelke" userId="S::samiksha.shelke@zensar.com::3b0fb047-e152-44c8-8a88-37bd955cc48b" providerId="AD" clId="Web-{617C2FD1-5135-C0E9-FAC0-E9694C8894A5}" dt="2025-06-05T09:45:56.190" v="0"/>
        <pc:sldMkLst>
          <pc:docMk/>
          <pc:sldMk cId="3620948231" sldId="262"/>
        </pc:sldMkLst>
      </pc:sldChg>
    </pc:docChg>
  </pc:docChgLst>
  <pc:docChgLst>
    <pc:chgData name="Samiksha Suresh Shelke" userId="S::samiksha.shelke@zensar.com::3b0fb047-e152-44c8-8a88-37bd955cc48b" providerId="AD" clId="Web-{54690844-0223-B398-4698-E93F2C1BDD1E}"/>
    <pc:docChg chg="addSld delSld modSld">
      <pc:chgData name="Samiksha Suresh Shelke" userId="S::samiksha.shelke@zensar.com::3b0fb047-e152-44c8-8a88-37bd955cc48b" providerId="AD" clId="Web-{54690844-0223-B398-4698-E93F2C1BDD1E}" dt="2025-06-10T07:06:35.436" v="34"/>
      <pc:docMkLst>
        <pc:docMk/>
      </pc:docMkLst>
      <pc:sldChg chg="modTransition modAnim">
        <pc:chgData name="Samiksha Suresh Shelke" userId="S::samiksha.shelke@zensar.com::3b0fb047-e152-44c8-8a88-37bd955cc48b" providerId="AD" clId="Web-{54690844-0223-B398-4698-E93F2C1BDD1E}" dt="2025-06-10T07:06:35.436" v="34"/>
        <pc:sldMkLst>
          <pc:docMk/>
          <pc:sldMk cId="313811937" sldId="257"/>
        </pc:sldMkLst>
      </pc:sldChg>
      <pc:sldChg chg="modTransition">
        <pc:chgData name="Samiksha Suresh Shelke" userId="S::samiksha.shelke@zensar.com::3b0fb047-e152-44c8-8a88-37bd955cc48b" providerId="AD" clId="Web-{54690844-0223-B398-4698-E93F2C1BDD1E}" dt="2025-06-10T06:57:25.109" v="1"/>
        <pc:sldMkLst>
          <pc:docMk/>
          <pc:sldMk cId="1685358557" sldId="258"/>
        </pc:sldMkLst>
      </pc:sldChg>
      <pc:sldChg chg="modTransition">
        <pc:chgData name="Samiksha Suresh Shelke" userId="S::samiksha.shelke@zensar.com::3b0fb047-e152-44c8-8a88-37bd955cc48b" providerId="AD" clId="Web-{54690844-0223-B398-4698-E93F2C1BDD1E}" dt="2025-06-10T06:57:34.578" v="2"/>
        <pc:sldMkLst>
          <pc:docMk/>
          <pc:sldMk cId="1696253597" sldId="259"/>
        </pc:sldMkLst>
      </pc:sldChg>
      <pc:sldChg chg="modTransition">
        <pc:chgData name="Samiksha Suresh Shelke" userId="S::samiksha.shelke@zensar.com::3b0fb047-e152-44c8-8a88-37bd955cc48b" providerId="AD" clId="Web-{54690844-0223-B398-4698-E93F2C1BDD1E}" dt="2025-06-10T06:57:46.500" v="3"/>
        <pc:sldMkLst>
          <pc:docMk/>
          <pc:sldMk cId="692152970" sldId="260"/>
        </pc:sldMkLst>
      </pc:sldChg>
      <pc:sldChg chg="modTransition">
        <pc:chgData name="Samiksha Suresh Shelke" userId="S::samiksha.shelke@zensar.com::3b0fb047-e152-44c8-8a88-37bd955cc48b" providerId="AD" clId="Web-{54690844-0223-B398-4698-E93F2C1BDD1E}" dt="2025-06-10T06:57:52.703" v="4"/>
        <pc:sldMkLst>
          <pc:docMk/>
          <pc:sldMk cId="1880620328" sldId="261"/>
        </pc:sldMkLst>
      </pc:sldChg>
      <pc:sldChg chg="modTransition">
        <pc:chgData name="Samiksha Suresh Shelke" userId="S::samiksha.shelke@zensar.com::3b0fb047-e152-44c8-8a88-37bd955cc48b" providerId="AD" clId="Web-{54690844-0223-B398-4698-E93F2C1BDD1E}" dt="2025-06-10T06:58:02.219" v="5"/>
        <pc:sldMkLst>
          <pc:docMk/>
          <pc:sldMk cId="2148048572" sldId="263"/>
        </pc:sldMkLst>
      </pc:sldChg>
      <pc:sldChg chg="modTransition">
        <pc:chgData name="Samiksha Suresh Shelke" userId="S::samiksha.shelke@zensar.com::3b0fb047-e152-44c8-8a88-37bd955cc48b" providerId="AD" clId="Web-{54690844-0223-B398-4698-E93F2C1BDD1E}" dt="2025-06-10T06:58:11.266" v="6"/>
        <pc:sldMkLst>
          <pc:docMk/>
          <pc:sldMk cId="1883204722" sldId="268"/>
        </pc:sldMkLst>
      </pc:sldChg>
      <pc:sldChg chg="modTransition">
        <pc:chgData name="Samiksha Suresh Shelke" userId="S::samiksha.shelke@zensar.com::3b0fb047-e152-44c8-8a88-37bd955cc48b" providerId="AD" clId="Web-{54690844-0223-B398-4698-E93F2C1BDD1E}" dt="2025-06-10T06:58:17.579" v="7"/>
        <pc:sldMkLst>
          <pc:docMk/>
          <pc:sldMk cId="2935024697" sldId="272"/>
        </pc:sldMkLst>
      </pc:sldChg>
      <pc:sldChg chg="modTransition">
        <pc:chgData name="Samiksha Suresh Shelke" userId="S::samiksha.shelke@zensar.com::3b0fb047-e152-44c8-8a88-37bd955cc48b" providerId="AD" clId="Web-{54690844-0223-B398-4698-E93F2C1BDD1E}" dt="2025-06-10T06:58:26.267" v="8"/>
        <pc:sldMkLst>
          <pc:docMk/>
          <pc:sldMk cId="4248205863" sldId="273"/>
        </pc:sldMkLst>
      </pc:sldChg>
      <pc:sldChg chg="del">
        <pc:chgData name="Samiksha Suresh Shelke" userId="S::samiksha.shelke@zensar.com::3b0fb047-e152-44c8-8a88-37bd955cc48b" providerId="AD" clId="Web-{54690844-0223-B398-4698-E93F2C1BDD1E}" dt="2025-06-10T07:04:05.229" v="29"/>
        <pc:sldMkLst>
          <pc:docMk/>
          <pc:sldMk cId="2960361012" sldId="275"/>
        </pc:sldMkLst>
      </pc:sldChg>
      <pc:sldChg chg="addSp delSp modSp new mod modTransition setBg addAnim modAnim">
        <pc:chgData name="Samiksha Suresh Shelke" userId="S::samiksha.shelke@zensar.com::3b0fb047-e152-44c8-8a88-37bd955cc48b" providerId="AD" clId="Web-{54690844-0223-B398-4698-E93F2C1BDD1E}" dt="2025-06-10T07:05:11.683" v="33"/>
        <pc:sldMkLst>
          <pc:docMk/>
          <pc:sldMk cId="654858975" sldId="276"/>
        </pc:sldMkLst>
        <pc:spChg chg="mod ord">
          <ac:chgData name="Samiksha Suresh Shelke" userId="S::samiksha.shelke@zensar.com::3b0fb047-e152-44c8-8a88-37bd955cc48b" providerId="AD" clId="Web-{54690844-0223-B398-4698-E93F2C1BDD1E}" dt="2025-06-10T07:03:55.869" v="28" actId="1076"/>
          <ac:spMkLst>
            <pc:docMk/>
            <pc:sldMk cId="654858975" sldId="276"/>
            <ac:spMk id="2" creationId="{851AD1D6-9676-FEC7-E104-E5B8C8330D51}"/>
          </ac:spMkLst>
        </pc:spChg>
        <pc:spChg chg="del">
          <ac:chgData name="Samiksha Suresh Shelke" userId="S::samiksha.shelke@zensar.com::3b0fb047-e152-44c8-8a88-37bd955cc48b" providerId="AD" clId="Web-{54690844-0223-B398-4698-E93F2C1BDD1E}" dt="2025-06-10T07:00:49.192" v="10"/>
          <ac:spMkLst>
            <pc:docMk/>
            <pc:sldMk cId="654858975" sldId="276"/>
            <ac:spMk id="3" creationId="{80686CF0-E301-775A-9A4A-51B5208386A8}"/>
          </ac:spMkLst>
        </pc:spChg>
        <pc:spChg chg="add del">
          <ac:chgData name="Samiksha Suresh Shelke" userId="S::samiksha.shelke@zensar.com::3b0fb047-e152-44c8-8a88-37bd955cc48b" providerId="AD" clId="Web-{54690844-0223-B398-4698-E93F2C1BDD1E}" dt="2025-06-10T07:03:25.321" v="24"/>
          <ac:spMkLst>
            <pc:docMk/>
            <pc:sldMk cId="654858975" sldId="276"/>
            <ac:spMk id="9" creationId="{37C89E4B-3C9F-44B9-8B86-D9E3D112D8EC}"/>
          </ac:spMkLst>
        </pc:spChg>
        <pc:spChg chg="add del">
          <ac:chgData name="Samiksha Suresh Shelke" userId="S::samiksha.shelke@zensar.com::3b0fb047-e152-44c8-8a88-37bd955cc48b" providerId="AD" clId="Web-{54690844-0223-B398-4698-E93F2C1BDD1E}" dt="2025-06-10T07:03:33.103" v="26"/>
          <ac:spMkLst>
            <pc:docMk/>
            <pc:sldMk cId="654858975" sldId="276"/>
            <ac:spMk id="15" creationId="{9089EED9-F54D-4F20-A2C6-949DE4176959}"/>
          </ac:spMkLst>
        </pc:spChg>
        <pc:spChg chg="add del">
          <ac:chgData name="Samiksha Suresh Shelke" userId="S::samiksha.shelke@zensar.com::3b0fb047-e152-44c8-8a88-37bd955cc48b" providerId="AD" clId="Web-{54690844-0223-B398-4698-E93F2C1BDD1E}" dt="2025-06-10T07:03:33.103" v="26"/>
          <ac:spMkLst>
            <pc:docMk/>
            <pc:sldMk cId="654858975" sldId="276"/>
            <ac:spMk id="16" creationId="{7E46F721-3785-414D-8697-16AF490E6806}"/>
          </ac:spMkLst>
        </pc:spChg>
        <pc:spChg chg="add">
          <ac:chgData name="Samiksha Suresh Shelke" userId="S::samiksha.shelke@zensar.com::3b0fb047-e152-44c8-8a88-37bd955cc48b" providerId="AD" clId="Web-{54690844-0223-B398-4698-E93F2C1BDD1E}" dt="2025-06-10T07:03:33.118" v="27"/>
          <ac:spMkLst>
            <pc:docMk/>
            <pc:sldMk cId="654858975" sldId="276"/>
            <ac:spMk id="18" creationId="{37C89E4B-3C9F-44B9-8B86-D9E3D112D8EC}"/>
          </ac:spMkLst>
        </pc:spChg>
        <pc:picChg chg="add mod ord">
          <ac:chgData name="Samiksha Suresh Shelke" userId="S::samiksha.shelke@zensar.com::3b0fb047-e152-44c8-8a88-37bd955cc48b" providerId="AD" clId="Web-{54690844-0223-B398-4698-E93F2C1BDD1E}" dt="2025-06-10T07:03:33.118" v="27"/>
          <ac:picMkLst>
            <pc:docMk/>
            <pc:sldMk cId="654858975" sldId="276"/>
            <ac:picMk id="4" creationId="{28E9B9C6-DB7B-CFFB-33A5-C1CEE92D0BAD}"/>
          </ac:picMkLst>
        </pc:picChg>
        <pc:cxnChg chg="add del">
          <ac:chgData name="Samiksha Suresh Shelke" userId="S::samiksha.shelke@zensar.com::3b0fb047-e152-44c8-8a88-37bd955cc48b" providerId="AD" clId="Web-{54690844-0223-B398-4698-E93F2C1BDD1E}" dt="2025-06-10T07:03:25.321" v="24"/>
          <ac:cxnSpMkLst>
            <pc:docMk/>
            <pc:sldMk cId="654858975" sldId="276"/>
            <ac:cxnSpMk id="11" creationId="{AA2EAA10-076F-46BD-8F0F-B9A2FB77A85C}"/>
          </ac:cxnSpMkLst>
        </pc:cxnChg>
        <pc:cxnChg chg="add del">
          <ac:chgData name="Samiksha Suresh Shelke" userId="S::samiksha.shelke@zensar.com::3b0fb047-e152-44c8-8a88-37bd955cc48b" providerId="AD" clId="Web-{54690844-0223-B398-4698-E93F2C1BDD1E}" dt="2025-06-10T07:03:25.321" v="24"/>
          <ac:cxnSpMkLst>
            <pc:docMk/>
            <pc:sldMk cId="654858975" sldId="276"/>
            <ac:cxnSpMk id="13" creationId="{D891E407-403B-4764-86C9-33A56D3BCAA3}"/>
          </ac:cxnSpMkLst>
        </pc:cxnChg>
        <pc:cxnChg chg="add">
          <ac:chgData name="Samiksha Suresh Shelke" userId="S::samiksha.shelke@zensar.com::3b0fb047-e152-44c8-8a88-37bd955cc48b" providerId="AD" clId="Web-{54690844-0223-B398-4698-E93F2C1BDD1E}" dt="2025-06-10T07:03:33.118" v="27"/>
          <ac:cxnSpMkLst>
            <pc:docMk/>
            <pc:sldMk cId="654858975" sldId="276"/>
            <ac:cxnSpMk id="19" creationId="{AA2EAA10-076F-46BD-8F0F-B9A2FB77A85C}"/>
          </ac:cxnSpMkLst>
        </pc:cxnChg>
        <pc:cxnChg chg="add">
          <ac:chgData name="Samiksha Suresh Shelke" userId="S::samiksha.shelke@zensar.com::3b0fb047-e152-44c8-8a88-37bd955cc48b" providerId="AD" clId="Web-{54690844-0223-B398-4698-E93F2C1BDD1E}" dt="2025-06-10T07:03:33.118" v="27"/>
          <ac:cxnSpMkLst>
            <pc:docMk/>
            <pc:sldMk cId="654858975" sldId="276"/>
            <ac:cxnSpMk id="20" creationId="{D891E407-403B-4764-86C9-33A56D3BCAA3}"/>
          </ac:cxnSpMkLst>
        </pc:cxnChg>
      </pc:sldChg>
    </pc:docChg>
  </pc:docChgLst>
  <pc:docChgLst>
    <pc:chgData name="Samiksha Suresh Shelke" userId="S::samiksha.shelke@zensar.com::3b0fb047-e152-44c8-8a88-37bd955cc48b" providerId="AD" clId="Web-{B9A53E6B-2F08-1476-7F00-B7D18C486733}"/>
    <pc:docChg chg="addSld delSld modSld">
      <pc:chgData name="Samiksha Suresh Shelke" userId="S::samiksha.shelke@zensar.com::3b0fb047-e152-44c8-8a88-37bd955cc48b" providerId="AD" clId="Web-{B9A53E6B-2F08-1476-7F00-B7D18C486733}" dt="2025-06-06T04:21:32.875" v="524" actId="1076"/>
      <pc:docMkLst>
        <pc:docMk/>
      </pc:docMkLst>
      <pc:sldChg chg="addSp delSp modSp">
        <pc:chgData name="Samiksha Suresh Shelke" userId="S::samiksha.shelke@zensar.com::3b0fb047-e152-44c8-8a88-37bd955cc48b" providerId="AD" clId="Web-{B9A53E6B-2F08-1476-7F00-B7D18C486733}" dt="2025-06-05T11:10:35.963" v="10" actId="1076"/>
        <pc:sldMkLst>
          <pc:docMk/>
          <pc:sldMk cId="692152970" sldId="260"/>
        </pc:sldMkLst>
        <pc:spChg chg="add del mod">
          <ac:chgData name="Samiksha Suresh Shelke" userId="S::samiksha.shelke@zensar.com::3b0fb047-e152-44c8-8a88-37bd955cc48b" providerId="AD" clId="Web-{B9A53E6B-2F08-1476-7F00-B7D18C486733}" dt="2025-06-05T11:10:26.806" v="9"/>
          <ac:spMkLst>
            <pc:docMk/>
            <pc:sldMk cId="692152970" sldId="260"/>
            <ac:spMk id="3" creationId="{4EEE606C-B507-5BA8-7D65-7E6B11C17A8F}"/>
          </ac:spMkLst>
        </pc:spChg>
        <pc:picChg chg="mod">
          <ac:chgData name="Samiksha Suresh Shelke" userId="S::samiksha.shelke@zensar.com::3b0fb047-e152-44c8-8a88-37bd955cc48b" providerId="AD" clId="Web-{B9A53E6B-2F08-1476-7F00-B7D18C486733}" dt="2025-06-05T11:10:35.963" v="10" actId="1076"/>
          <ac:picMkLst>
            <pc:docMk/>
            <pc:sldMk cId="692152970" sldId="260"/>
            <ac:picMk id="5" creationId="{A30CCE60-9629-CEF4-E082-BF01FDFF8732}"/>
          </ac:picMkLst>
        </pc:picChg>
      </pc:sldChg>
      <pc:sldChg chg="addSp">
        <pc:chgData name="Samiksha Suresh Shelke" userId="S::samiksha.shelke@zensar.com::3b0fb047-e152-44c8-8a88-37bd955cc48b" providerId="AD" clId="Web-{B9A53E6B-2F08-1476-7F00-B7D18C486733}" dt="2025-06-05T11:35:52.090" v="345"/>
        <pc:sldMkLst>
          <pc:docMk/>
          <pc:sldMk cId="1880620328" sldId="261"/>
        </pc:sldMkLst>
        <pc:inkChg chg="add">
          <ac:chgData name="Samiksha Suresh Shelke" userId="S::samiksha.shelke@zensar.com::3b0fb047-e152-44c8-8a88-37bd955cc48b" providerId="AD" clId="Web-{B9A53E6B-2F08-1476-7F00-B7D18C486733}" dt="2025-06-05T11:35:52.090" v="345"/>
          <ac:inkMkLst>
            <pc:docMk/>
            <pc:sldMk cId="1880620328" sldId="261"/>
            <ac:inkMk id="5" creationId="{E13F9F35-3BB9-F759-29A9-7ABD49696CEA}"/>
          </ac:inkMkLst>
        </pc:inkChg>
      </pc:sldChg>
      <pc:sldChg chg="modSp del">
        <pc:chgData name="Samiksha Suresh Shelke" userId="S::samiksha.shelke@zensar.com::3b0fb047-e152-44c8-8a88-37bd955cc48b" providerId="AD" clId="Web-{B9A53E6B-2F08-1476-7F00-B7D18C486733}" dt="2025-06-05T11:24:44.318" v="342"/>
        <pc:sldMkLst>
          <pc:docMk/>
          <pc:sldMk cId="145209805" sldId="264"/>
        </pc:sldMkLst>
        <pc:spChg chg="mod">
          <ac:chgData name="Samiksha Suresh Shelke" userId="S::samiksha.shelke@zensar.com::3b0fb047-e152-44c8-8a88-37bd955cc48b" providerId="AD" clId="Web-{B9A53E6B-2F08-1476-7F00-B7D18C486733}" dt="2025-06-05T11:11:16.245" v="24" actId="20577"/>
          <ac:spMkLst>
            <pc:docMk/>
            <pc:sldMk cId="145209805" sldId="264"/>
            <ac:spMk id="2" creationId="{630ABA26-6D4F-86A9-5403-325AE8754F56}"/>
          </ac:spMkLst>
        </pc:spChg>
      </pc:sldChg>
      <pc:sldChg chg="addSp delSp modSp new">
        <pc:chgData name="Samiksha Suresh Shelke" userId="S::samiksha.shelke@zensar.com::3b0fb047-e152-44c8-8a88-37bd955cc48b" providerId="AD" clId="Web-{B9A53E6B-2F08-1476-7F00-B7D18C486733}" dt="2025-06-06T04:18:08.444" v="389" actId="20577"/>
        <pc:sldMkLst>
          <pc:docMk/>
          <pc:sldMk cId="2690372001" sldId="265"/>
        </pc:sldMkLst>
        <pc:spChg chg="mod">
          <ac:chgData name="Samiksha Suresh Shelke" userId="S::samiksha.shelke@zensar.com::3b0fb047-e152-44c8-8a88-37bd955cc48b" providerId="AD" clId="Web-{B9A53E6B-2F08-1476-7F00-B7D18C486733}" dt="2025-06-05T11:11:44.652" v="38" actId="20577"/>
          <ac:spMkLst>
            <pc:docMk/>
            <pc:sldMk cId="2690372001" sldId="265"/>
            <ac:spMk id="2" creationId="{635FC0A9-49DE-879C-BC09-615D2E7DFF12}"/>
          </ac:spMkLst>
        </pc:spChg>
        <pc:spChg chg="mod">
          <ac:chgData name="Samiksha Suresh Shelke" userId="S::samiksha.shelke@zensar.com::3b0fb047-e152-44c8-8a88-37bd955cc48b" providerId="AD" clId="Web-{B9A53E6B-2F08-1476-7F00-B7D18C486733}" dt="2025-06-05T11:12:30.294" v="64" actId="14100"/>
          <ac:spMkLst>
            <pc:docMk/>
            <pc:sldMk cId="2690372001" sldId="265"/>
            <ac:spMk id="3" creationId="{51F4455C-7417-1B13-EBA2-6C6211100A73}"/>
          </ac:spMkLst>
        </pc:spChg>
        <pc:spChg chg="mod">
          <ac:chgData name="Samiksha Suresh Shelke" userId="S::samiksha.shelke@zensar.com::3b0fb047-e152-44c8-8a88-37bd955cc48b" providerId="AD" clId="Web-{B9A53E6B-2F08-1476-7F00-B7D18C486733}" dt="2025-06-06T04:18:08.444" v="389" actId="20577"/>
          <ac:spMkLst>
            <pc:docMk/>
            <pc:sldMk cId="2690372001" sldId="265"/>
            <ac:spMk id="4" creationId="{5181D0F2-59A9-9960-44E0-52CAD292729C}"/>
          </ac:spMkLst>
        </pc:spChg>
        <pc:spChg chg="mod">
          <ac:chgData name="Samiksha Suresh Shelke" userId="S::samiksha.shelke@zensar.com::3b0fb047-e152-44c8-8a88-37bd955cc48b" providerId="AD" clId="Web-{B9A53E6B-2F08-1476-7F00-B7D18C486733}" dt="2025-06-05T11:22:54.752" v="337" actId="20577"/>
          <ac:spMkLst>
            <pc:docMk/>
            <pc:sldMk cId="2690372001" sldId="265"/>
            <ac:spMk id="5" creationId="{14235372-AF30-D697-2D0C-D556EF40E365}"/>
          </ac:spMkLst>
        </pc:spChg>
        <pc:spChg chg="mod">
          <ac:chgData name="Samiksha Suresh Shelke" userId="S::samiksha.shelke@zensar.com::3b0fb047-e152-44c8-8a88-37bd955cc48b" providerId="AD" clId="Web-{B9A53E6B-2F08-1476-7F00-B7D18C486733}" dt="2025-06-06T04:17:54.272" v="387" actId="20577"/>
          <ac:spMkLst>
            <pc:docMk/>
            <pc:sldMk cId="2690372001" sldId="265"/>
            <ac:spMk id="6" creationId="{41B0D7A4-3EA9-3C19-06B3-4959F92825D6}"/>
          </ac:spMkLst>
        </pc:spChg>
        <pc:picChg chg="add del mod">
          <ac:chgData name="Samiksha Suresh Shelke" userId="S::samiksha.shelke@zensar.com::3b0fb047-e152-44c8-8a88-37bd955cc48b" providerId="AD" clId="Web-{B9A53E6B-2F08-1476-7F00-B7D18C486733}" dt="2025-06-05T11:21:29.046" v="324"/>
          <ac:picMkLst>
            <pc:docMk/>
            <pc:sldMk cId="2690372001" sldId="265"/>
            <ac:picMk id="8" creationId="{30980EB3-FEE8-5F3F-BB5A-694C0F1BB396}"/>
          </ac:picMkLst>
        </pc:picChg>
        <pc:picChg chg="add del mod">
          <ac:chgData name="Samiksha Suresh Shelke" userId="S::samiksha.shelke@zensar.com::3b0fb047-e152-44c8-8a88-37bd955cc48b" providerId="AD" clId="Web-{B9A53E6B-2F08-1476-7F00-B7D18C486733}" dt="2025-06-05T11:21:51.578" v="327"/>
          <ac:picMkLst>
            <pc:docMk/>
            <pc:sldMk cId="2690372001" sldId="265"/>
            <ac:picMk id="9" creationId="{BDBC3A2B-473A-D749-AD77-EEFDF87D609D}"/>
          </ac:picMkLst>
        </pc:picChg>
        <pc:inkChg chg="add del">
          <ac:chgData name="Samiksha Suresh Shelke" userId="S::samiksha.shelke@zensar.com::3b0fb047-e152-44c8-8a88-37bd955cc48b" providerId="AD" clId="Web-{B9A53E6B-2F08-1476-7F00-B7D18C486733}" dt="2025-06-05T11:27:01.651" v="344"/>
          <ac:inkMkLst>
            <pc:docMk/>
            <pc:sldMk cId="2690372001" sldId="265"/>
            <ac:inkMk id="10" creationId="{D3D14910-4865-1E59-8025-7C6E868E5348}"/>
          </ac:inkMkLst>
        </pc:inkChg>
        <pc:cxnChg chg="add mod">
          <ac:chgData name="Samiksha Suresh Shelke" userId="S::samiksha.shelke@zensar.com::3b0fb047-e152-44c8-8a88-37bd955cc48b" providerId="AD" clId="Web-{B9A53E6B-2F08-1476-7F00-B7D18C486733}" dt="2025-06-05T11:22:16.860" v="330" actId="14100"/>
          <ac:cxnSpMkLst>
            <pc:docMk/>
            <pc:sldMk cId="2690372001" sldId="265"/>
            <ac:cxnSpMk id="7" creationId="{FFFD4020-F39B-0F22-D7C2-5BF38DB2D314}"/>
          </ac:cxnSpMkLst>
        </pc:cxnChg>
      </pc:sldChg>
      <pc:sldChg chg="new del">
        <pc:chgData name="Samiksha Suresh Shelke" userId="S::samiksha.shelke@zensar.com::3b0fb047-e152-44c8-8a88-37bd955cc48b" providerId="AD" clId="Web-{B9A53E6B-2F08-1476-7F00-B7D18C486733}" dt="2025-06-05T11:37:38.656" v="348"/>
        <pc:sldMkLst>
          <pc:docMk/>
          <pc:sldMk cId="3833450815" sldId="266"/>
        </pc:sldMkLst>
      </pc:sldChg>
      <pc:sldChg chg="addSp delSp modSp new mod setBg">
        <pc:chgData name="Samiksha Suresh Shelke" userId="S::samiksha.shelke@zensar.com::3b0fb047-e152-44c8-8a88-37bd955cc48b" providerId="AD" clId="Web-{B9A53E6B-2F08-1476-7F00-B7D18C486733}" dt="2025-06-06T04:21:32.875" v="524" actId="1076"/>
        <pc:sldMkLst>
          <pc:docMk/>
          <pc:sldMk cId="2825095502" sldId="267"/>
        </pc:sldMkLst>
        <pc:spChg chg="mod">
          <ac:chgData name="Samiksha Suresh Shelke" userId="S::samiksha.shelke@zensar.com::3b0fb047-e152-44c8-8a88-37bd955cc48b" providerId="AD" clId="Web-{B9A53E6B-2F08-1476-7F00-B7D18C486733}" dt="2025-06-06T04:18:24.695" v="397" actId="20577"/>
          <ac:spMkLst>
            <pc:docMk/>
            <pc:sldMk cId="2825095502" sldId="267"/>
            <ac:spMk id="2" creationId="{56F3335C-F004-8A14-C18E-4900063C1F6B}"/>
          </ac:spMkLst>
        </pc:spChg>
        <pc:spChg chg="add del mod">
          <ac:chgData name="Samiksha Suresh Shelke" userId="S::samiksha.shelke@zensar.com::3b0fb047-e152-44c8-8a88-37bd955cc48b" providerId="AD" clId="Web-{B9A53E6B-2F08-1476-7F00-B7D18C486733}" dt="2025-06-06T04:21:32.875" v="524" actId="1076"/>
          <ac:spMkLst>
            <pc:docMk/>
            <pc:sldMk cId="2825095502" sldId="267"/>
            <ac:spMk id="3" creationId="{5C6BC7D7-62EF-7C32-7440-EABBD6B3A9A7}"/>
          </ac:spMkLst>
        </pc:spChg>
        <pc:spChg chg="add del">
          <ac:chgData name="Samiksha Suresh Shelke" userId="S::samiksha.shelke@zensar.com::3b0fb047-e152-44c8-8a88-37bd955cc48b" providerId="AD" clId="Web-{B9A53E6B-2F08-1476-7F00-B7D18C486733}" dt="2025-06-05T11:40:55.350" v="373"/>
          <ac:spMkLst>
            <pc:docMk/>
            <pc:sldMk cId="2825095502" sldId="267"/>
            <ac:spMk id="8" creationId="{907EF6B7-1338-4443-8C46-6A318D952DFD}"/>
          </ac:spMkLst>
        </pc:spChg>
        <pc:spChg chg="add del">
          <ac:chgData name="Samiksha Suresh Shelke" userId="S::samiksha.shelke@zensar.com::3b0fb047-e152-44c8-8a88-37bd955cc48b" providerId="AD" clId="Web-{B9A53E6B-2F08-1476-7F00-B7D18C486733}" dt="2025-06-05T11:40:55.350" v="373"/>
          <ac:spMkLst>
            <pc:docMk/>
            <pc:sldMk cId="2825095502" sldId="267"/>
            <ac:spMk id="10" creationId="{DAAE4CDD-124C-4DCF-9584-B6033B545DD5}"/>
          </ac:spMkLst>
        </pc:spChg>
        <pc:spChg chg="add del">
          <ac:chgData name="Samiksha Suresh Shelke" userId="S::samiksha.shelke@zensar.com::3b0fb047-e152-44c8-8a88-37bd955cc48b" providerId="AD" clId="Web-{B9A53E6B-2F08-1476-7F00-B7D18C486733}" dt="2025-06-05T11:40:55.350" v="373"/>
          <ac:spMkLst>
            <pc:docMk/>
            <pc:sldMk cId="2825095502" sldId="267"/>
            <ac:spMk id="12" creationId="{081E4A58-353D-44AE-B2FC-2A74E2E400F7}"/>
          </ac:spMkLst>
        </pc:spChg>
        <pc:spChg chg="add">
          <ac:chgData name="Samiksha Suresh Shelke" userId="S::samiksha.shelke@zensar.com::3b0fb047-e152-44c8-8a88-37bd955cc48b" providerId="AD" clId="Web-{B9A53E6B-2F08-1476-7F00-B7D18C486733}" dt="2025-06-05T11:40:55.366" v="374"/>
          <ac:spMkLst>
            <pc:docMk/>
            <pc:sldMk cId="2825095502" sldId="267"/>
            <ac:spMk id="14" creationId="{4300840D-0A0B-4512-BACA-B439D5B9C57C}"/>
          </ac:spMkLst>
        </pc:spChg>
        <pc:spChg chg="add">
          <ac:chgData name="Samiksha Suresh Shelke" userId="S::samiksha.shelke@zensar.com::3b0fb047-e152-44c8-8a88-37bd955cc48b" providerId="AD" clId="Web-{B9A53E6B-2F08-1476-7F00-B7D18C486733}" dt="2025-06-05T11:40:55.366" v="374"/>
          <ac:spMkLst>
            <pc:docMk/>
            <pc:sldMk cId="2825095502" sldId="267"/>
            <ac:spMk id="15" creationId="{09588DA8-065E-4F6F-8EFD-43104AB2E0CF}"/>
          </ac:spMkLst>
        </pc:spChg>
        <pc:spChg chg="add">
          <ac:chgData name="Samiksha Suresh Shelke" userId="S::samiksha.shelke@zensar.com::3b0fb047-e152-44c8-8a88-37bd955cc48b" providerId="AD" clId="Web-{B9A53E6B-2F08-1476-7F00-B7D18C486733}" dt="2025-06-05T11:40:55.366" v="374"/>
          <ac:spMkLst>
            <pc:docMk/>
            <pc:sldMk cId="2825095502" sldId="267"/>
            <ac:spMk id="16" creationId="{D2B78728-A580-49A7-84F9-6EF6F583ADE0}"/>
          </ac:spMkLst>
        </pc:spChg>
        <pc:spChg chg="add">
          <ac:chgData name="Samiksha Suresh Shelke" userId="S::samiksha.shelke@zensar.com::3b0fb047-e152-44c8-8a88-37bd955cc48b" providerId="AD" clId="Web-{B9A53E6B-2F08-1476-7F00-B7D18C486733}" dt="2025-06-05T11:40:55.366" v="374"/>
          <ac:spMkLst>
            <pc:docMk/>
            <pc:sldMk cId="2825095502" sldId="267"/>
            <ac:spMk id="17" creationId="{C4285719-470E-454C-AF62-8323075F1F5B}"/>
          </ac:spMkLst>
        </pc:spChg>
        <pc:spChg chg="add">
          <ac:chgData name="Samiksha Suresh Shelke" userId="S::samiksha.shelke@zensar.com::3b0fb047-e152-44c8-8a88-37bd955cc48b" providerId="AD" clId="Web-{B9A53E6B-2F08-1476-7F00-B7D18C486733}" dt="2025-06-05T11:40:55.366" v="374"/>
          <ac:spMkLst>
            <pc:docMk/>
            <pc:sldMk cId="2825095502" sldId="267"/>
            <ac:spMk id="18" creationId="{38FAA1A1-D861-433F-88FA-1E9D6FD31D11}"/>
          </ac:spMkLst>
        </pc:spChg>
        <pc:spChg chg="add">
          <ac:chgData name="Samiksha Suresh Shelke" userId="S::samiksha.shelke@zensar.com::3b0fb047-e152-44c8-8a88-37bd955cc48b" providerId="AD" clId="Web-{B9A53E6B-2F08-1476-7F00-B7D18C486733}" dt="2025-06-05T11:40:55.366" v="374"/>
          <ac:spMkLst>
            <pc:docMk/>
            <pc:sldMk cId="2825095502" sldId="267"/>
            <ac:spMk id="19" creationId="{CD9FE4EF-C4D8-49A0-B2FF-81D8DB7D8A24}"/>
          </ac:spMkLst>
        </pc:spChg>
        <pc:spChg chg="add">
          <ac:chgData name="Samiksha Suresh Shelke" userId="S::samiksha.shelke@zensar.com::3b0fb047-e152-44c8-8a88-37bd955cc48b" providerId="AD" clId="Web-{B9A53E6B-2F08-1476-7F00-B7D18C486733}" dt="2025-06-05T11:40:55.366" v="374"/>
          <ac:spMkLst>
            <pc:docMk/>
            <pc:sldMk cId="2825095502" sldId="267"/>
            <ac:spMk id="20" creationId="{8D71EDA1-87BF-4D5D-AB79-F346FD19278A}"/>
          </ac:spMkLst>
        </pc:spChg>
        <pc:picChg chg="add del mod ord">
          <ac:chgData name="Samiksha Suresh Shelke" userId="S::samiksha.shelke@zensar.com::3b0fb047-e152-44c8-8a88-37bd955cc48b" providerId="AD" clId="Web-{B9A53E6B-2F08-1476-7F00-B7D18C486733}" dt="2025-06-05T11:38:14.595" v="352"/>
          <ac:picMkLst>
            <pc:docMk/>
            <pc:sldMk cId="2825095502" sldId="267"/>
            <ac:picMk id="4" creationId="{E1490EA3-3DED-A2EA-FC52-A72B8961C712}"/>
          </ac:picMkLst>
        </pc:picChg>
        <pc:inkChg chg="add del">
          <ac:chgData name="Samiksha Suresh Shelke" userId="S::samiksha.shelke@zensar.com::3b0fb047-e152-44c8-8a88-37bd955cc48b" providerId="AD" clId="Web-{B9A53E6B-2F08-1476-7F00-B7D18C486733}" dt="2025-06-05T11:38:13.048" v="351"/>
          <ac:inkMkLst>
            <pc:docMk/>
            <pc:sldMk cId="2825095502" sldId="267"/>
            <ac:inkMk id="5" creationId="{8D680030-9911-4242-67CF-A2F13089E277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5A83-72CF-9070-125F-3A62D58E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7402"/>
            <a:ext cx="10515600" cy="1325563"/>
          </a:xfrm>
        </p:spPr>
        <p:txBody>
          <a:bodyPr/>
          <a:lstStyle/>
          <a:p>
            <a:r>
              <a:rPr lang="en-US">
                <a:latin typeface="Century Gothic"/>
              </a:rPr>
              <a:t>ZEN HOTEL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1D5CB-B125-BC36-3C4B-23E50E7FE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2892"/>
            <a:ext cx="10515600" cy="25113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>
                <a:ea typeface="+mn-lt"/>
                <a:cs typeface="+mn-lt"/>
              </a:rPr>
              <a:t>"Zen Hotel Management – Where Operations Flow and Decisions Grow"</a:t>
            </a:r>
            <a:endParaRPr lang="en-US" sz="320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9C52C6-1C17-083E-3F57-CD007FF1B2F0}"/>
              </a:ext>
            </a:extLst>
          </p:cNvPr>
          <p:cNvCxnSpPr/>
          <p:nvPr/>
        </p:nvCxnSpPr>
        <p:spPr>
          <a:xfrm flipV="1">
            <a:off x="845665" y="3024182"/>
            <a:ext cx="10506204" cy="3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logo with a letter&#10;&#10;AI-generated content may be incorrect.">
            <a:extLst>
              <a:ext uri="{FF2B5EF4-FFF2-40B4-BE49-F238E27FC236}">
                <a16:creationId xmlns:a16="http://schemas.microsoft.com/office/drawing/2014/main" id="{C901B4D8-8A23-033B-421A-F329F7DC8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4308" y="-3230"/>
            <a:ext cx="1676400" cy="172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1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76CBC-D3F6-66FC-8C89-F3CC4A1D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674" y="-189642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             Zen Hotel Management System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FF38DF7-261B-400F-C061-93E9DCD3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816" y="1714233"/>
            <a:ext cx="6264757" cy="471593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latin typeface="Century Gothic"/>
              </a:rPr>
              <a:t>Zen hotel Management streamlines hotel operations for efficiency and excellent service delivery.</a:t>
            </a:r>
          </a:p>
          <a:p>
            <a:r>
              <a:rPr lang="en-US" sz="2000">
                <a:latin typeface="Century Gothic"/>
              </a:rPr>
              <a:t>It features two main user roles: Administrator and Receptionist.</a:t>
            </a:r>
          </a:p>
          <a:p>
            <a:r>
              <a:rPr lang="en-US" sz="2000">
                <a:latin typeface="Century Gothic"/>
                <a:ea typeface="+mn-lt"/>
                <a:cs typeface="+mn-lt"/>
              </a:rPr>
              <a:t>Administrator Functions: Manage employee, room, and cab driver details and also ensure system security by logging out securely.</a:t>
            </a:r>
            <a:endParaRPr lang="en-US" sz="2000">
              <a:latin typeface="Century Gothic"/>
            </a:endParaRPr>
          </a:p>
          <a:p>
            <a:r>
              <a:rPr lang="en-US" sz="2000">
                <a:latin typeface="Century Gothic"/>
                <a:ea typeface="+mn-lt"/>
                <a:cs typeface="+mn-lt"/>
              </a:rPr>
              <a:t>Receptionist Functions: Handle customer management, room availability, and transportation services  as well as manage room status and customer transportation.</a:t>
            </a:r>
            <a:endParaRPr lang="en-US" sz="2000">
              <a:latin typeface="Century Gothic"/>
            </a:endParaRPr>
          </a:p>
          <a:p>
            <a:r>
              <a:rPr lang="en-US" sz="2000">
                <a:latin typeface="Century Gothic"/>
                <a:ea typeface="+mn-lt"/>
                <a:cs typeface="+mn-lt"/>
              </a:rPr>
              <a:t>Zen Hotel Management ensures efficient hotel operations and a seamless experience for staff and guests</a:t>
            </a:r>
            <a:r>
              <a:rPr lang="en-US" sz="2000">
                <a:ea typeface="+mn-lt"/>
                <a:cs typeface="+mn-lt"/>
              </a:rPr>
              <a:t>. </a:t>
            </a:r>
            <a:endParaRPr lang="en-US" sz="2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with a letter&#10;&#10;AI-generated content may be incorrect.">
            <a:extLst>
              <a:ext uri="{FF2B5EF4-FFF2-40B4-BE49-F238E27FC236}">
                <a16:creationId xmlns:a16="http://schemas.microsoft.com/office/drawing/2014/main" id="{0B166BD2-FB1F-1EF7-C3A7-61EC50BBE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075327"/>
            <a:ext cx="4170530" cy="473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58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92D86-E7CE-5262-EB85-674B6937E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Implementation </a:t>
            </a:r>
            <a:r>
              <a:rPr lang="en-US" sz="20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Stratergy</a:t>
            </a:r>
          </a:p>
        </p:txBody>
      </p: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F0102E1B-B81E-0727-3B09-75D1394F3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6566" y="832865"/>
            <a:ext cx="8608877" cy="51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53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D13E-38D1-5233-39FC-AE0A3FF6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 TALENTED  TEAM</a:t>
            </a:r>
          </a:p>
        </p:txBody>
      </p:sp>
      <p:pic>
        <p:nvPicPr>
          <p:cNvPr id="4" name="Content Placeholder 3" descr="A person wearing glasses and a plaid shirt&#10;&#10;AI-generated content may be incorrect.">
            <a:extLst>
              <a:ext uri="{FF2B5EF4-FFF2-40B4-BE49-F238E27FC236}">
                <a16:creationId xmlns:a16="http://schemas.microsoft.com/office/drawing/2014/main" id="{4CD5B7F9-7880-0E42-D8BC-520AC7CC7C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944" y="1908642"/>
            <a:ext cx="2510311" cy="27277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30CCE60-9629-CEF4-E082-BF01FDFF8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73182" y="1907451"/>
            <a:ext cx="2493612" cy="2713496"/>
          </a:xfrm>
          <a:prstGeom prst="roundRect">
            <a:avLst>
              <a:gd name="adj" fmla="val 16667"/>
            </a:avLst>
          </a:prstGeom>
          <a:ln>
            <a:solidFill>
              <a:schemeClr val="tx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FFC667C1-C133-EBD9-7DB7-82451F64A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265" y="1905679"/>
            <a:ext cx="2229717" cy="27440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DFF69E-7758-69DE-E37F-7CFEC8D5CFAC}"/>
              </a:ext>
            </a:extLst>
          </p:cNvPr>
          <p:cNvSpPr txBox="1"/>
          <p:nvPr/>
        </p:nvSpPr>
        <p:spPr>
          <a:xfrm>
            <a:off x="836667" y="5694594"/>
            <a:ext cx="297509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A tech-savvy innovator, driving seamless hotel operations with dedication.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C4AC0-492E-E4DF-8DB7-86B436901C2D}"/>
              </a:ext>
            </a:extLst>
          </p:cNvPr>
          <p:cNvSpPr txBox="1"/>
          <p:nvPr/>
        </p:nvSpPr>
        <p:spPr>
          <a:xfrm>
            <a:off x="946409" y="5236270"/>
            <a:ext cx="2284949" cy="13272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49A10-8F10-5E68-ED95-47924DCD43A2}"/>
              </a:ext>
            </a:extLst>
          </p:cNvPr>
          <p:cNvSpPr txBox="1"/>
          <p:nvPr/>
        </p:nvSpPr>
        <p:spPr>
          <a:xfrm>
            <a:off x="4989926" y="5124335"/>
            <a:ext cx="2553766" cy="1512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1539B-AC35-BBDF-7761-3CA62040AFA5}"/>
              </a:ext>
            </a:extLst>
          </p:cNvPr>
          <p:cNvSpPr txBox="1"/>
          <p:nvPr/>
        </p:nvSpPr>
        <p:spPr>
          <a:xfrm>
            <a:off x="1026433" y="5056812"/>
            <a:ext cx="21337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Abhishek Khodade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8A590F-BF13-0D28-FE07-4D1E2BF9CCD9}"/>
              </a:ext>
            </a:extLst>
          </p:cNvPr>
          <p:cNvSpPr txBox="1"/>
          <p:nvPr/>
        </p:nvSpPr>
        <p:spPr>
          <a:xfrm>
            <a:off x="4986247" y="5056811"/>
            <a:ext cx="21337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 </a:t>
            </a:r>
            <a:r>
              <a:rPr lang="en-US" b="1" err="1"/>
              <a:t>Shaibaz</a:t>
            </a:r>
            <a:r>
              <a:rPr lang="en-US" b="1"/>
              <a:t> </a:t>
            </a:r>
            <a:r>
              <a:rPr lang="en-US" b="1" err="1"/>
              <a:t>Hasware</a:t>
            </a:r>
            <a:endParaRPr lang="en-US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56B99-3ED6-B51E-EB89-C2735054B204}"/>
              </a:ext>
            </a:extLst>
          </p:cNvPr>
          <p:cNvSpPr txBox="1"/>
          <p:nvPr/>
        </p:nvSpPr>
        <p:spPr>
          <a:xfrm>
            <a:off x="9710646" y="5056810"/>
            <a:ext cx="21337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 Yash </a:t>
            </a:r>
            <a:r>
              <a:rPr lang="en-US" b="1" err="1"/>
              <a:t>Chutake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6A1B39-B103-D97B-BC72-48ED22B9383B}"/>
              </a:ext>
            </a:extLst>
          </p:cNvPr>
          <p:cNvSpPr txBox="1"/>
          <p:nvPr/>
        </p:nvSpPr>
        <p:spPr>
          <a:xfrm>
            <a:off x="4984771" y="5636295"/>
            <a:ext cx="29750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Enhances guest experiences through technology and teamwork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8B0F30-0E0A-33D0-60AD-31D67A7D6CB1}"/>
              </a:ext>
            </a:extLst>
          </p:cNvPr>
          <p:cNvSpPr txBox="1"/>
          <p:nvPr/>
        </p:nvSpPr>
        <p:spPr>
          <a:xfrm>
            <a:off x="9218667" y="5694594"/>
            <a:ext cx="297509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424242"/>
                </a:solidFill>
                <a:ea typeface="+mn-lt"/>
                <a:cs typeface="+mn-lt"/>
              </a:rPr>
              <a:t>Creative tech enthusiast, propelling our project forward.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21529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erson in a suit&#10;&#10;AI-generated content may be incorrect.">
            <a:extLst>
              <a:ext uri="{FF2B5EF4-FFF2-40B4-BE49-F238E27FC236}">
                <a16:creationId xmlns:a16="http://schemas.microsoft.com/office/drawing/2014/main" id="{9A7AE740-F366-98BF-3F54-D9203AF6F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417" y="1719005"/>
            <a:ext cx="2170612" cy="27293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E59DEEAD-A963-F5F8-5B54-2F338A50C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21" y="1711424"/>
            <a:ext cx="2480212" cy="27404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291F01A8-7A18-EDCF-9EAE-36C09AE32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95" y="1713808"/>
            <a:ext cx="2431496" cy="27509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33B13C-2813-1A01-37F2-2FA83C28EA2E}"/>
              </a:ext>
            </a:extLst>
          </p:cNvPr>
          <p:cNvSpPr txBox="1"/>
          <p:nvPr/>
        </p:nvSpPr>
        <p:spPr>
          <a:xfrm>
            <a:off x="1294508" y="5333090"/>
            <a:ext cx="26716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Efficient manager, leveraging technology and team support.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B7013-194B-0EBD-5974-DB0687E29C0E}"/>
              </a:ext>
            </a:extLst>
          </p:cNvPr>
          <p:cNvSpPr txBox="1"/>
          <p:nvPr/>
        </p:nvSpPr>
        <p:spPr>
          <a:xfrm>
            <a:off x="1516225" y="4747983"/>
            <a:ext cx="26716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Yash </a:t>
            </a:r>
            <a:r>
              <a:rPr lang="en-US" b="1" err="1"/>
              <a:t>Kashid</a:t>
            </a:r>
            <a:endParaRPr lang="en-US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390C2-7E80-F144-1375-7F4673C477DD}"/>
              </a:ext>
            </a:extLst>
          </p:cNvPr>
          <p:cNvSpPr txBox="1"/>
          <p:nvPr/>
        </p:nvSpPr>
        <p:spPr>
          <a:xfrm>
            <a:off x="9248283" y="4747983"/>
            <a:ext cx="26716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Rushikesh Kolte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729A6-9E83-5C06-D3BA-DBFD350945C8}"/>
              </a:ext>
            </a:extLst>
          </p:cNvPr>
          <p:cNvSpPr txBox="1"/>
          <p:nvPr/>
        </p:nvSpPr>
        <p:spPr>
          <a:xfrm>
            <a:off x="8892895" y="5360305"/>
            <a:ext cx="30294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424242"/>
                </a:solidFill>
                <a:ea typeface="+mn-lt"/>
                <a:cs typeface="+mn-lt"/>
              </a:rPr>
              <a:t>Strategic thinker, integrating tech solutions with hard work</a:t>
            </a:r>
            <a:r>
              <a:rPr lang="en-US" sz="1200" dirty="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74E53-0B00-6F7A-0A9C-2D755814EA1D}"/>
              </a:ext>
            </a:extLst>
          </p:cNvPr>
          <p:cNvSpPr txBox="1"/>
          <p:nvPr/>
        </p:nvSpPr>
        <p:spPr>
          <a:xfrm>
            <a:off x="5203760" y="4747983"/>
            <a:ext cx="26716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Samiksha Shelke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58B97-989F-CD19-9406-CD7AF34B64BA}"/>
              </a:ext>
            </a:extLst>
          </p:cNvPr>
          <p:cNvSpPr txBox="1"/>
          <p:nvPr/>
        </p:nvSpPr>
        <p:spPr>
          <a:xfrm>
            <a:off x="4873186" y="5333090"/>
            <a:ext cx="267163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Tech expert, committed to</a:t>
            </a:r>
          </a:p>
          <a:p>
            <a:r>
              <a:rPr lang="en-US" sz="1600" dirty="0"/>
              <a:t> excellence and cooperation.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6203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0150-2088-32B1-D6A0-8651D7AC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9E9D3-1B74-652C-5F0C-06D137193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Collaboration key to success</a:t>
            </a:r>
          </a:p>
          <a:p>
            <a:r>
              <a:rPr lang="en-US"/>
              <a:t>Supportive and inclusive culture</a:t>
            </a:r>
          </a:p>
          <a:p>
            <a:r>
              <a:rPr lang="en-US"/>
              <a:t>Open Communication</a:t>
            </a:r>
            <a:endParaRPr lang="en-US">
              <a:ea typeface="Calibri"/>
              <a:cs typeface="Calibri"/>
            </a:endParaRPr>
          </a:p>
          <a:p>
            <a:r>
              <a:rPr lang="en-US" sz="3000">
                <a:latin typeface="Calibri"/>
                <a:ea typeface="Calibri"/>
                <a:cs typeface="Calibri"/>
              </a:rPr>
              <a:t>Transparent decision-making fosters trust.</a:t>
            </a:r>
          </a:p>
          <a:p>
            <a:r>
              <a:rPr lang="en-US" sz="3000">
                <a:latin typeface="Calibri"/>
                <a:ea typeface="Calibri"/>
                <a:cs typeface="Calibri"/>
              </a:rPr>
              <a:t>Supportive and approachable leadership.</a:t>
            </a:r>
          </a:p>
          <a:p>
            <a:r>
              <a:rPr lang="en-US" sz="3000">
                <a:latin typeface="Calibri"/>
                <a:ea typeface="Calibri"/>
                <a:cs typeface="Calibri"/>
              </a:rPr>
              <a:t>Constructive Feedback and recognition.</a:t>
            </a:r>
          </a:p>
          <a:p>
            <a:r>
              <a:rPr lang="en-US" sz="3000">
                <a:latin typeface="Calibri"/>
                <a:ea typeface="Calibri"/>
                <a:cs typeface="Calibri"/>
              </a:rPr>
              <a:t>Positive and Inclusive Environment.</a:t>
            </a:r>
          </a:p>
          <a:p>
            <a:r>
              <a:rPr lang="en-US" sz="3000">
                <a:latin typeface="Calibri"/>
                <a:ea typeface="Calibri"/>
                <a:cs typeface="Calibri"/>
              </a:rPr>
              <a:t>Team work and mutual support.</a:t>
            </a:r>
          </a:p>
          <a:p>
            <a:endParaRPr lang="en-US" sz="3000">
              <a:latin typeface="Calibri"/>
              <a:ea typeface="Calibri"/>
              <a:cs typeface="Calibri"/>
            </a:endParaRPr>
          </a:p>
          <a:p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503620-D5C0-D030-DD06-7D0FBB844550}"/>
              </a:ext>
            </a:extLst>
          </p:cNvPr>
          <p:cNvCxnSpPr/>
          <p:nvPr/>
        </p:nvCxnSpPr>
        <p:spPr>
          <a:xfrm flipV="1">
            <a:off x="700461" y="1430758"/>
            <a:ext cx="10653415" cy="6873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048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D55B-0150-60E7-C850-BB11B18E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/>
              <a:t>UML DIAGRAM:</a:t>
            </a:r>
          </a:p>
        </p:txBody>
      </p:sp>
      <p:pic>
        <p:nvPicPr>
          <p:cNvPr id="4" name="Content Placeholder 3" descr="A screenshot of a computer">
            <a:extLst>
              <a:ext uri="{FF2B5EF4-FFF2-40B4-BE49-F238E27FC236}">
                <a16:creationId xmlns:a16="http://schemas.microsoft.com/office/drawing/2014/main" id="{1858663C-D121-093C-F04E-EE04207AC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900" y="1323962"/>
            <a:ext cx="11195454" cy="5535477"/>
          </a:xfrm>
        </p:spPr>
      </p:pic>
    </p:spTree>
    <p:extLst>
      <p:ext uri="{BB962C8B-B14F-4D97-AF65-F5344CB8AC3E}">
        <p14:creationId xmlns:p14="http://schemas.microsoft.com/office/powerpoint/2010/main" val="1883204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5FF1E-1DA7-BAAB-ED91-5D89A3EC3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A82D1E1-0280-5425-E7A1-89682B33E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C05EC-2983-7FA6-7F12-4ADE1E426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0EDFA-CA29-498F-FB1F-832F77F41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</a:rPr>
              <a:t>Admin Roles &amp;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operations</a:t>
            </a:r>
            <a:br>
              <a:rPr lang="en-US" sz="2000"/>
            </a:br>
            <a:endParaRPr lang="en-US" sz="20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89C2E0-80AD-EC35-B2CC-957063CA9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461" y="1204303"/>
            <a:ext cx="8370277" cy="44568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User Permissions and access control determine what actions different users can take within </a:t>
            </a:r>
            <a:r>
              <a:rPr lang="en-US" sz="2400" err="1"/>
              <a:t>system,ensuring</a:t>
            </a:r>
            <a:r>
              <a:rPr lang="en-US" sz="2400"/>
              <a:t> data security and role based functionalities to maintain hotel integrity.</a:t>
            </a:r>
          </a:p>
          <a:p>
            <a:pPr marL="0" indent="0">
              <a:buNone/>
            </a:pPr>
            <a:endParaRPr lang="en-US" sz="2400"/>
          </a:p>
          <a:p>
            <a:pPr>
              <a:buFont typeface="Arial"/>
              <a:buChar char="•"/>
            </a:pPr>
            <a:endParaRPr lang="en-US" sz="1800"/>
          </a:p>
          <a:p>
            <a:pPr>
              <a:buFont typeface="Arial"/>
              <a:buChar char="•"/>
            </a:pPr>
            <a:r>
              <a:rPr lang="en-US" sz="2400"/>
              <a:t>System Configuration options allow admins to  manage platform to fit their unique operational </a:t>
            </a:r>
            <a:r>
              <a:rPr lang="en-US" sz="2400" err="1"/>
              <a:t>needs,including</a:t>
            </a:r>
            <a:r>
              <a:rPr lang="en-US" sz="2400"/>
              <a:t> settings for employees ,pricing </a:t>
            </a:r>
            <a:r>
              <a:rPr lang="en-US" sz="2400" err="1"/>
              <a:t>stratergies</a:t>
            </a:r>
            <a:r>
              <a:rPr lang="en-US" sz="2400"/>
              <a:t> and user management.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35024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6454B-0515-BACB-2119-CEFFDA186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CE274E4-12EE-C099-87E8-A7A81B813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4110D8-C0E5-6248-91AB-DD903FB81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D2888-430D-CFF2-386D-066AFE60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Receptionist roles &amp; </a:t>
            </a:r>
            <a:r>
              <a:rPr lang="en-US" sz="2000" err="1">
                <a:solidFill>
                  <a:schemeClr val="bg1"/>
                </a:solidFill>
              </a:rPr>
              <a:t>opertions</a:t>
            </a:r>
            <a:br>
              <a:rPr lang="en-US" sz="2000">
                <a:solidFill>
                  <a:srgbClr val="FFFFFF"/>
                </a:solidFill>
              </a:rPr>
            </a:br>
            <a:endParaRPr lang="en-US" sz="20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225D4C-7463-B474-934F-CA1932501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461" y="1204303"/>
            <a:ext cx="8370277" cy="44568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Check-in And Check-out Process</a:t>
            </a:r>
            <a:r>
              <a:rPr lang="en-US" sz="2200"/>
              <a:t>:-</a:t>
            </a:r>
          </a:p>
          <a:p>
            <a:pPr marL="0" indent="0">
              <a:buNone/>
            </a:pPr>
            <a:r>
              <a:rPr lang="en-US" sz="2200"/>
              <a:t>Check-in and Checkout processes streamlines customer arrival and </a:t>
            </a:r>
            <a:r>
              <a:rPr lang="en-US" sz="2200" err="1"/>
              <a:t>departure,enhancing</a:t>
            </a:r>
            <a:r>
              <a:rPr lang="en-US" sz="2200"/>
              <a:t> customer experience through efficient handling of </a:t>
            </a:r>
            <a:r>
              <a:rPr lang="en-US" sz="2200" err="1"/>
              <a:t>booking,payments</a:t>
            </a:r>
            <a:r>
              <a:rPr lang="en-US" sz="2200"/>
              <a:t> and room assignments.</a:t>
            </a:r>
          </a:p>
          <a:p>
            <a:pPr marL="0" indent="0">
              <a:buNone/>
            </a:pPr>
            <a:endParaRPr lang="en-US" sz="2400"/>
          </a:p>
          <a:p>
            <a:pPr>
              <a:buFont typeface="Arial"/>
              <a:buChar char="•"/>
            </a:pPr>
            <a:endParaRPr lang="en-US" sz="1800"/>
          </a:p>
          <a:p>
            <a:pPr>
              <a:buFont typeface="Arial"/>
              <a:buChar char="•"/>
            </a:pPr>
            <a:r>
              <a:rPr lang="en-US" sz="2200" b="1"/>
              <a:t>Room Booking Management:-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/>
              <a:t>Efficiently handles room </a:t>
            </a:r>
            <a:r>
              <a:rPr lang="en-US" sz="2200" err="1"/>
              <a:t>reservations,ensuring</a:t>
            </a:r>
            <a:r>
              <a:rPr lang="en-US" sz="2200"/>
              <a:t> optimal use of available rooms.Streamlines the booking process through management </a:t>
            </a:r>
            <a:r>
              <a:rPr lang="en-US" sz="2200" err="1"/>
              <a:t>systems,enhancing</a:t>
            </a:r>
            <a:r>
              <a:rPr lang="en-US" sz="2200"/>
              <a:t> overall customer satisfaction and operational efficiency.</a:t>
            </a:r>
          </a:p>
          <a:p>
            <a:pPr>
              <a:buFont typeface="Arial"/>
              <a:buChar char="•"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48205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oup of people sitting at a desk with laptops&#10;&#10;AI-generated content may be incorrect.">
            <a:extLst>
              <a:ext uri="{FF2B5EF4-FFF2-40B4-BE49-F238E27FC236}">
                <a16:creationId xmlns:a16="http://schemas.microsoft.com/office/drawing/2014/main" id="{28E9B9C6-DB7B-CFFB-33A5-C1CEE92D0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253" b="108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AD1D6-9676-FEC7-E104-E5B8C833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29" y="413035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YOU!!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8589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ZEN HOTEL MANAGEMENT SYSTEM</vt:lpstr>
      <vt:lpstr>             Zen Hotel Management System</vt:lpstr>
      <vt:lpstr>Implementation Stratergy</vt:lpstr>
      <vt:lpstr>OUR  TALENTED  TEAM</vt:lpstr>
      <vt:lpstr>PowerPoint Presentation</vt:lpstr>
      <vt:lpstr>WORK  CULTURE</vt:lpstr>
      <vt:lpstr>UML DIAGRAM:</vt:lpstr>
      <vt:lpstr>Admin Roles &amp; operations </vt:lpstr>
      <vt:lpstr>Receptionist roles &amp; opertions 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128</cp:revision>
  <dcterms:created xsi:type="dcterms:W3CDTF">2025-06-03T09:11:56Z</dcterms:created>
  <dcterms:modified xsi:type="dcterms:W3CDTF">2025-06-10T07:06:35Z</dcterms:modified>
</cp:coreProperties>
</file>